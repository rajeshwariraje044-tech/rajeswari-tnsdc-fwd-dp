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8" r:id="rId13"/>
  </p:sldIdLst>
  <p:sldSz type="screen16x9" cy="6858000" cx="12192000"/>
  <p:notesSz cx="12192000" cy="6858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p="http://schemas.openxmlformats.org/presentationml/2006/main" xmlns:r="http://schemas.openxmlformats.org/officeDocument/2006/relationships" xmlns:a="http://schemas.openxmlformats.org/drawingml/2006/main">
  <p:normalViewPr>
    <p:restoredLeft sz="15620"/>
    <p:restoredTop sz="94660"/>
  </p:normalViewPr>
  <p:slideViewPr>
    <p:cSldViewPr>
      <p:cViewPr varScale="1">
        <p:scale>
          <a:sx n="62" d="100"/>
          <a:sy n="62" d="100"/>
        </p:scale>
        <p:origin x="804" y="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tableStyles" Target="tableStyles.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43" name=""/>
        <p:cNvGrpSpPr/>
        <p:nvPr/>
      </p:nvGrpSpPr>
      <p:grpSpPr>
        <a:xfrm>
          <a:off x="0" y="0"/>
          <a:ext cx="0" cy="0"/>
          <a:chOff x="0" y="0"/>
          <a:chExt cx="0" cy="0"/>
        </a:xfrm>
      </p:grpSpPr>
      <p:sp>
        <p:nvSpPr>
          <p:cNvPr id="1048703" name="Header Placeholder 1"/>
          <p:cNvSpPr>
            <a:spLocks noGrp="1"/>
          </p:cNvSpPr>
          <p:nvPr>
            <p:ph type="hdr" sz="quarter"/>
          </p:nvPr>
        </p:nvSpPr>
        <p:spPr>
          <a:xfrm>
            <a:off x="0" y="0"/>
            <a:ext cx="5283200" cy="344488"/>
          </a:xfrm>
          <a:prstGeom prst="rect"/>
        </p:spPr>
        <p:txBody>
          <a:bodyPr bIns="45720" lIns="91440" rIns="91440" rtlCol="0" tIns="45720" vert="horz"/>
          <a:lstStyle>
            <a:lvl1pPr algn="l">
              <a:defRPr sz="1200"/>
            </a:lvl1pPr>
          </a:lstStyle>
          <a:p>
            <a:endParaRPr lang="en-IN"/>
          </a:p>
        </p:txBody>
      </p:sp>
      <p:sp>
        <p:nvSpPr>
          <p:cNvPr id="1048704" name="Date Placeholder 2"/>
          <p:cNvSpPr>
            <a:spLocks noGrp="1"/>
          </p:cNvSpPr>
          <p:nvPr>
            <p:ph type="dt" idx="1"/>
          </p:nvPr>
        </p:nvSpPr>
        <p:spPr>
          <a:xfrm>
            <a:off x="6905625" y="0"/>
            <a:ext cx="5283200" cy="344488"/>
          </a:xfrm>
          <a:prstGeom prst="rect"/>
        </p:spPr>
        <p:txBody>
          <a:bodyPr bIns="45720" lIns="91440" rIns="91440" rtlCol="0" tIns="45720" vert="horz"/>
          <a:lstStyle>
            <a:lvl1pPr algn="r">
              <a:defRPr sz="1200"/>
            </a:lvl1pPr>
          </a:lstStyle>
          <a:p>
            <a:fld id="{84B86612-B127-4CD0-BF15-66D49A7175F7}" type="datetimeFigureOut">
              <a:rPr lang="en-IN" smtClean="0"/>
              <a:t>18-08-2025</a:t>
            </a:fld>
            <a:endParaRPr lang="en-IN"/>
          </a:p>
        </p:txBody>
      </p:sp>
      <p:sp>
        <p:nvSpPr>
          <p:cNvPr id="1048705" name="Slide Image Placeholder 3"/>
          <p:cNvSpPr>
            <a:spLocks noChangeAspect="1" noRot="1" noGrp="1"/>
          </p:cNvSpPr>
          <p:nvPr>
            <p:ph type="sldImg" idx="2"/>
          </p:nvPr>
        </p:nvSpPr>
        <p:spPr>
          <a:xfrm>
            <a:off x="4038600" y="857250"/>
            <a:ext cx="4114800" cy="2314575"/>
          </a:xfrm>
          <a:prstGeom prst="rect"/>
          <a:noFill/>
          <a:ln w="12700">
            <a:solidFill>
              <a:prstClr val="black"/>
            </a:solidFill>
          </a:ln>
        </p:spPr>
        <p:txBody>
          <a:bodyPr anchor="ctr" bIns="45720" lIns="91440" rIns="91440" rtlCol="0" tIns="45720" vert="horz"/>
          <a:p>
            <a:endParaRPr lang="en-IN"/>
          </a:p>
        </p:txBody>
      </p:sp>
      <p:sp>
        <p:nvSpPr>
          <p:cNvPr id="1048706" name="Notes Placeholder 4"/>
          <p:cNvSpPr>
            <a:spLocks noGrp="1"/>
          </p:cNvSpPr>
          <p:nvPr>
            <p:ph type="body" sz="quarter" idx="3"/>
          </p:nvPr>
        </p:nvSpPr>
        <p:spPr>
          <a:xfrm>
            <a:off x="1219200" y="3300413"/>
            <a:ext cx="9753600" cy="2700337"/>
          </a:xfrm>
          <a:prstGeom prst="rect"/>
        </p:spPr>
        <p:txBody>
          <a:bodyPr bIns="45720" lIns="91440" rIns="91440" rtlCol="0" tIns="45720" vert="horz"/>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07" name="Footer Placeholder 5"/>
          <p:cNvSpPr>
            <a:spLocks noGrp="1"/>
          </p:cNvSpPr>
          <p:nvPr>
            <p:ph type="ftr" sz="quarter" idx="4"/>
          </p:nvPr>
        </p:nvSpPr>
        <p:spPr>
          <a:xfrm>
            <a:off x="0" y="6513513"/>
            <a:ext cx="5283200" cy="344487"/>
          </a:xfrm>
          <a:prstGeom prst="rect"/>
        </p:spPr>
        <p:txBody>
          <a:bodyPr anchor="b" bIns="45720" lIns="91440" rIns="91440" rtlCol="0" tIns="45720" vert="horz"/>
          <a:lstStyle>
            <a:lvl1pPr algn="l">
              <a:defRPr sz="1200"/>
            </a:lvl1pPr>
          </a:lstStyle>
          <a:p>
            <a:endParaRPr lang="en-IN"/>
          </a:p>
        </p:txBody>
      </p:sp>
      <p:sp>
        <p:nvSpPr>
          <p:cNvPr id="1048708" name="Slide Number Placeholder 6"/>
          <p:cNvSpPr>
            <a:spLocks noGrp="1"/>
          </p:cNvSpPr>
          <p:nvPr>
            <p:ph type="sldNum" sz="quarter" idx="5"/>
          </p:nvPr>
        </p:nvSpPr>
        <p:spPr>
          <a:xfrm>
            <a:off x="6905625" y="6513513"/>
            <a:ext cx="5283200" cy="344487"/>
          </a:xfrm>
          <a:prstGeom prst="rect"/>
        </p:spPr>
        <p:txBody>
          <a:bodyPr anchor="b" bIns="45720" lIns="91440" rIns="91440" rtlCol="0" tIns="45720" vert="horz"/>
          <a:lstStyle>
            <a:lvl1pPr algn="r">
              <a:defRPr sz="1200"/>
            </a:lvl1pPr>
          </a:lstStyle>
          <a:p>
            <a:fld id="{F7F439ED-1E90-4106-847A-8EF19031FE2F}" type="slidenum">
              <a:rPr lang="en-IN" smtClean="0"/>
              <a:t>‹#›</a:t>
            </a:fld>
            <a:endParaRPr lang="en-IN"/>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22" name=""/>
        <p:cNvGrpSpPr/>
        <p:nvPr/>
      </p:nvGrpSpPr>
      <p:grpSpPr>
        <a:xfrm>
          <a:off x="0" y="0"/>
          <a:ext cx="0" cy="0"/>
          <a:chOff x="0" y="0"/>
          <a:chExt cx="0" cy="0"/>
        </a:xfrm>
      </p:grpSpPr>
      <p:sp>
        <p:nvSpPr>
          <p:cNvPr id="1048603" name="Slide Image Placeholder 1"/>
          <p:cNvSpPr>
            <a:spLocks noChangeAspect="1" noRot="1" noGrp="1"/>
          </p:cNvSpPr>
          <p:nvPr>
            <p:ph type="sldImg"/>
          </p:nvPr>
        </p:nvSpPr>
        <p:spPr/>
      </p:sp>
      <p:sp>
        <p:nvSpPr>
          <p:cNvPr id="1048604" name="Notes Placeholder 2"/>
          <p:cNvSpPr>
            <a:spLocks noGrp="1"/>
          </p:cNvSpPr>
          <p:nvPr>
            <p:ph type="body" idx="1"/>
          </p:nvPr>
        </p:nvSpPr>
        <p:spPr/>
        <p:txBody>
          <a:bodyPr/>
          <a:p>
            <a:endParaRPr dirty="0" lang="en-IN"/>
          </a:p>
        </p:txBody>
      </p:sp>
      <p:sp>
        <p:nvSpPr>
          <p:cNvPr id="1048605" name="Slide Number Placeholder 3"/>
          <p:cNvSpPr>
            <a:spLocks noGrp="1"/>
          </p:cNvSpPr>
          <p:nvPr>
            <p:ph type="sldNum" sz="quarter" idx="5"/>
          </p:nvPr>
        </p:nvSpPr>
        <p:spPr/>
        <p:txBody>
          <a:bodyPr/>
          <a:p>
            <a:fld id="{F7F439ED-1E90-4106-847A-8EF19031FE2F}" type="slidenum">
              <a:rPr lang="en-IN" smtClean="0"/>
              <a:t>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8" name=""/>
        <p:cNvGrpSpPr/>
        <p:nvPr/>
      </p:nvGrpSpPr>
      <p:grpSpPr>
        <a:xfrm>
          <a:off x="0" y="0"/>
          <a:ext cx="0" cy="0"/>
          <a:chOff x="0" y="0"/>
          <a:chExt cx="0" cy="0"/>
        </a:xfrm>
      </p:grpSpPr>
      <p:sp>
        <p:nvSpPr>
          <p:cNvPr id="1048591" name="Holder 2"/>
          <p:cNvSpPr>
            <a:spLocks noGrp="1"/>
          </p:cNvSpPr>
          <p:nvPr>
            <p:ph type="ctrTitle"/>
          </p:nvPr>
        </p:nvSpPr>
        <p:spPr>
          <a:xfrm>
            <a:off x="3195574" y="2067305"/>
            <a:ext cx="5800851" cy="518160"/>
          </a:xfrm>
          <a:prstGeom prst="rect"/>
        </p:spPr>
        <p:txBody>
          <a:bodyPr bIns="0" lIns="0" rIns="0" tIns="0" wrap="square">
            <a:spAutoFit/>
          </a:bodyPr>
          <a:lstStyle>
            <a:lvl1pPr>
              <a:defRPr b="0" sz="3200" i="0">
                <a:solidFill>
                  <a:schemeClr val="tx1"/>
                </a:solidFill>
                <a:latin typeface="Trebuchet MS"/>
                <a:cs typeface="Trebuchet MS"/>
              </a:defRPr>
            </a:lvl1pPr>
          </a:lstStyle>
          <a:p/>
        </p:txBody>
      </p:sp>
      <p:sp>
        <p:nvSpPr>
          <p:cNvPr id="1048592" name="Holder 3"/>
          <p:cNvSpPr>
            <a:spLocks noGrp="1"/>
          </p:cNvSpPr>
          <p:nvPr>
            <p:ph type="subTitle" idx="4"/>
          </p:nvPr>
        </p:nvSpPr>
        <p:spPr>
          <a:xfrm>
            <a:off x="1828800" y="3840480"/>
            <a:ext cx="8534400" cy="1714500"/>
          </a:xfrm>
          <a:prstGeom prst="rect"/>
        </p:spPr>
        <p:txBody>
          <a:bodyPr bIns="0" lIns="0" rIns="0" tIns="0" wrap="square">
            <a:spAutoFit/>
          </a:bodyPr>
          <a:p/>
        </p:txBody>
      </p:sp>
      <p:sp>
        <p:nvSpPr>
          <p:cNvPr id="1048593" name="Holder 4"/>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594" name="Holder 5"/>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8/18/2025</a:t>
            </a:fld>
            <a:endParaRPr lang="en-US"/>
          </a:p>
        </p:txBody>
      </p:sp>
      <p:sp>
        <p:nvSpPr>
          <p:cNvPr id="1048595" name="Holder 6"/>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40" name=""/>
        <p:cNvGrpSpPr/>
        <p:nvPr/>
      </p:nvGrpSpPr>
      <p:grpSpPr>
        <a:xfrm>
          <a:off x="0" y="0"/>
          <a:ext cx="0" cy="0"/>
          <a:chOff x="0" y="0"/>
          <a:chExt cx="0" cy="0"/>
        </a:xfrm>
      </p:grpSpPr>
      <p:sp>
        <p:nvSpPr>
          <p:cNvPr id="1048689" name="Holder 2"/>
          <p:cNvSpPr>
            <a:spLocks noGrp="1"/>
          </p:cNvSpPr>
          <p:nvPr>
            <p:ph type="title"/>
          </p:nvPr>
        </p:nvSpPr>
        <p:spPr/>
        <p:txBody>
          <a:bodyPr bIns="0" lIns="0" rIns="0" tIns="0"/>
          <a:lstStyle>
            <a:lvl1pPr>
              <a:defRPr b="1" sz="4800" i="0">
                <a:solidFill>
                  <a:schemeClr val="tx1"/>
                </a:solidFill>
                <a:latin typeface="Trebuchet MS"/>
                <a:cs typeface="Trebuchet MS"/>
              </a:defRPr>
            </a:lvl1pPr>
          </a:lstStyle>
          <a:p/>
        </p:txBody>
      </p:sp>
      <p:sp>
        <p:nvSpPr>
          <p:cNvPr id="1048690" name="Holder 3"/>
          <p:cNvSpPr>
            <a:spLocks noGrp="1"/>
          </p:cNvSpPr>
          <p:nvPr>
            <p:ph type="body" idx="1"/>
          </p:nvPr>
        </p:nvSpPr>
        <p:spPr/>
        <p:txBody>
          <a:bodyPr bIns="0" lIns="0" rIns="0" tIns="0"/>
          <a:p/>
        </p:txBody>
      </p:sp>
      <p:sp>
        <p:nvSpPr>
          <p:cNvPr id="1048691" name="Holder 4"/>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92" name="Holder 5"/>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8/18/2025</a:t>
            </a:fld>
            <a:endParaRPr lang="en-US"/>
          </a:p>
        </p:txBody>
      </p:sp>
      <p:sp>
        <p:nvSpPr>
          <p:cNvPr id="1048693" name="Holder 6"/>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41" name=""/>
        <p:cNvGrpSpPr/>
        <p:nvPr/>
      </p:nvGrpSpPr>
      <p:grpSpPr>
        <a:xfrm>
          <a:off x="0" y="0"/>
          <a:ext cx="0" cy="0"/>
          <a:chOff x="0" y="0"/>
          <a:chExt cx="0" cy="0"/>
        </a:xfrm>
      </p:grpSpPr>
      <p:sp>
        <p:nvSpPr>
          <p:cNvPr id="1048694" name="Holder 2"/>
          <p:cNvSpPr>
            <a:spLocks noGrp="1"/>
          </p:cNvSpPr>
          <p:nvPr>
            <p:ph type="title"/>
          </p:nvPr>
        </p:nvSpPr>
        <p:spPr/>
        <p:txBody>
          <a:bodyPr bIns="0" lIns="0" rIns="0" tIns="0"/>
          <a:lstStyle>
            <a:lvl1pPr>
              <a:defRPr b="1" sz="4800" i="0">
                <a:solidFill>
                  <a:schemeClr val="tx1"/>
                </a:solidFill>
                <a:latin typeface="Trebuchet MS"/>
                <a:cs typeface="Trebuchet MS"/>
              </a:defRPr>
            </a:lvl1pPr>
          </a:lstStyle>
          <a:p/>
        </p:txBody>
      </p:sp>
      <p:sp>
        <p:nvSpPr>
          <p:cNvPr id="1048695" name="Holder 3"/>
          <p:cNvSpPr>
            <a:spLocks noGrp="1"/>
          </p:cNvSpPr>
          <p:nvPr>
            <p:ph sz="half" idx="2"/>
          </p:nvPr>
        </p:nvSpPr>
        <p:spPr>
          <a:xfrm>
            <a:off x="609600" y="1577340"/>
            <a:ext cx="5303520" cy="4526280"/>
          </a:xfrm>
          <a:prstGeom prst="rect"/>
        </p:spPr>
        <p:txBody>
          <a:bodyPr bIns="0" lIns="0" rIns="0" tIns="0" wrap="square">
            <a:spAutoFit/>
          </a:bodyPr>
          <a:p/>
        </p:txBody>
      </p:sp>
      <p:sp>
        <p:nvSpPr>
          <p:cNvPr id="1048696" name="Holder 4"/>
          <p:cNvSpPr>
            <a:spLocks noGrp="1"/>
          </p:cNvSpPr>
          <p:nvPr>
            <p:ph sz="half" idx="3"/>
          </p:nvPr>
        </p:nvSpPr>
        <p:spPr>
          <a:xfrm>
            <a:off x="6278880" y="1577340"/>
            <a:ext cx="5303520" cy="4526280"/>
          </a:xfrm>
          <a:prstGeom prst="rect"/>
        </p:spPr>
        <p:txBody>
          <a:bodyPr bIns="0" lIns="0" rIns="0" tIns="0" wrap="square">
            <a:spAutoFit/>
          </a:bodyPr>
          <a:p/>
        </p:txBody>
      </p:sp>
      <p:sp>
        <p:nvSpPr>
          <p:cNvPr id="1048697" name="Holder 5"/>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98" name="Holder 6"/>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8/18/2025</a:t>
            </a:fld>
            <a:endParaRPr lang="en-US"/>
          </a:p>
        </p:txBody>
      </p:sp>
      <p:sp>
        <p:nvSpPr>
          <p:cNvPr id="1048699" name="Holder 7"/>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24" name=""/>
        <p:cNvGrpSpPr/>
        <p:nvPr/>
      </p:nvGrpSpPr>
      <p:grpSpPr>
        <a:xfrm>
          <a:off x="0" y="0"/>
          <a:ext cx="0" cy="0"/>
          <a:chOff x="0" y="0"/>
          <a:chExt cx="0" cy="0"/>
        </a:xfrm>
      </p:grpSpPr>
      <p:sp>
        <p:nvSpPr>
          <p:cNvPr id="1048606" name="Holder 2"/>
          <p:cNvSpPr>
            <a:spLocks noGrp="1"/>
          </p:cNvSpPr>
          <p:nvPr>
            <p:ph type="title"/>
          </p:nvPr>
        </p:nvSpPr>
        <p:spPr/>
        <p:txBody>
          <a:bodyPr bIns="0" lIns="0" rIns="0" tIns="0"/>
          <a:lstStyle>
            <a:lvl1pPr>
              <a:defRPr b="1" sz="4800" i="0">
                <a:solidFill>
                  <a:schemeClr val="tx1"/>
                </a:solidFill>
                <a:latin typeface="Trebuchet MS"/>
                <a:cs typeface="Trebuchet MS"/>
              </a:defRPr>
            </a:lvl1pPr>
          </a:lstStyle>
          <a:p/>
        </p:txBody>
      </p:sp>
      <p:sp>
        <p:nvSpPr>
          <p:cNvPr id="1048607" name="Holder 3"/>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08" name="Holder 4"/>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8/18/2025</a:t>
            </a:fld>
            <a:endParaRPr lang="en-US"/>
          </a:p>
        </p:txBody>
      </p:sp>
      <p:sp>
        <p:nvSpPr>
          <p:cNvPr id="1048609" name="Holder 5"/>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42" name=""/>
        <p:cNvGrpSpPr/>
        <p:nvPr/>
      </p:nvGrpSpPr>
      <p:grpSpPr>
        <a:xfrm>
          <a:off x="0" y="0"/>
          <a:ext cx="0" cy="0"/>
          <a:chOff x="0" y="0"/>
          <a:chExt cx="0" cy="0"/>
        </a:xfrm>
      </p:grpSpPr>
      <p:sp>
        <p:nvSpPr>
          <p:cNvPr id="1048700" name="Holder 2"/>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701" name="Holder 3"/>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8/18/2025</a:t>
            </a:fld>
            <a:endParaRPr lang="en-US"/>
          </a:p>
        </p:txBody>
      </p:sp>
      <p:sp>
        <p:nvSpPr>
          <p:cNvPr id="1048702" name="Holder 4"/>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2" name=""/>
        <p:cNvGrpSpPr/>
        <p:nvPr/>
      </p:nvGrpSpPr>
      <p:grpSpPr>
        <a:xfrm>
          <a:off x="0" y="0"/>
          <a:ext cx="0" cy="0"/>
          <a:chOff x="0" y="0"/>
          <a:chExt cx="0" cy="0"/>
        </a:xfrm>
      </p:grpSpPr>
      <p:sp>
        <p:nvSpPr>
          <p:cNvPr id="1048576" name="bg object 16"/>
          <p:cNvSpPr/>
          <p:nvPr/>
        </p:nvSpPr>
        <p:spPr>
          <a:xfrm>
            <a:off x="9377426" y="4825"/>
            <a:ext cx="1218565" cy="6853555"/>
          </a:xfrm>
          <a:custGeom>
            <a:avLst/>
            <a:ahLst/>
            <a:rect l="l" t="t" r="r" b="b"/>
            <a:pathLst>
              <a:path w="1218565" h="6853555">
                <a:moveTo>
                  <a:pt x="0" y="0"/>
                </a:moveTo>
                <a:lnTo>
                  <a:pt x="1218352" y="6853171"/>
                </a:lnTo>
              </a:path>
            </a:pathLst>
          </a:custGeom>
          <a:ln w="9525">
            <a:solidFill>
              <a:srgbClr val="5FCAEE"/>
            </a:solidFill>
          </a:ln>
        </p:spPr>
        <p:txBody>
          <a:bodyPr bIns="0" lIns="0" rIns="0" rtlCol="0" tIns="0" wrap="square"/>
          <a:p/>
        </p:txBody>
      </p:sp>
      <p:sp>
        <p:nvSpPr>
          <p:cNvPr id="1048577" name="bg object 17"/>
          <p:cNvSpPr/>
          <p:nvPr/>
        </p:nvSpPr>
        <p:spPr>
          <a:xfrm>
            <a:off x="7448612" y="3694896"/>
            <a:ext cx="4743450" cy="3163570"/>
          </a:xfrm>
          <a:custGeom>
            <a:avLst/>
            <a:ahLst/>
            <a:rect l="l" t="t" r="r" b="b"/>
            <a:pathLst>
              <a:path w="4743450" h="3163570">
                <a:moveTo>
                  <a:pt x="4743387" y="0"/>
                </a:moveTo>
                <a:lnTo>
                  <a:pt x="0" y="3163101"/>
                </a:lnTo>
              </a:path>
            </a:pathLst>
          </a:custGeom>
          <a:ln w="9525">
            <a:solidFill>
              <a:srgbClr val="5FCAEE"/>
            </a:solidFill>
          </a:ln>
        </p:spPr>
        <p:txBody>
          <a:bodyPr bIns="0" lIns="0" rIns="0" rtlCol="0" tIns="0" wrap="square"/>
          <a:p/>
        </p:txBody>
      </p:sp>
      <p:sp>
        <p:nvSpPr>
          <p:cNvPr id="1048578" name="bg object 18"/>
          <p:cNvSpPr/>
          <p:nvPr/>
        </p:nvSpPr>
        <p:spPr>
          <a:xfrm>
            <a:off x="9182100" y="0"/>
            <a:ext cx="3009900" cy="6858000"/>
          </a:xfrm>
          <a:custGeom>
            <a:avLst/>
            <a:ah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bIns="0" lIns="0" rIns="0" rtlCol="0" tIns="0" wrap="square"/>
          <a:p/>
        </p:txBody>
      </p:sp>
      <p:sp>
        <p:nvSpPr>
          <p:cNvPr id="1048579" name="bg object 19"/>
          <p:cNvSpPr/>
          <p:nvPr/>
        </p:nvSpPr>
        <p:spPr>
          <a:xfrm>
            <a:off x="9602878" y="0"/>
            <a:ext cx="2589530" cy="6858000"/>
          </a:xfrm>
          <a:custGeom>
            <a:avLst/>
            <a:ah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bIns="0" lIns="0" rIns="0" rtlCol="0" tIns="0" wrap="square"/>
          <a:p/>
        </p:txBody>
      </p:sp>
      <p:sp>
        <p:nvSpPr>
          <p:cNvPr id="1048580" name="bg object 20"/>
          <p:cNvSpPr/>
          <p:nvPr/>
        </p:nvSpPr>
        <p:spPr>
          <a:xfrm>
            <a:off x="8934450" y="3048000"/>
            <a:ext cx="3257550" cy="3810000"/>
          </a:xfrm>
          <a:custGeom>
            <a:avLst/>
            <a:ah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bIns="0" lIns="0" rIns="0" rtlCol="0" tIns="0" wrap="square"/>
          <a:p/>
        </p:txBody>
      </p:sp>
      <p:sp>
        <p:nvSpPr>
          <p:cNvPr id="1048581" name="bg object 21"/>
          <p:cNvSpPr/>
          <p:nvPr/>
        </p:nvSpPr>
        <p:spPr>
          <a:xfrm>
            <a:off x="9337930" y="0"/>
            <a:ext cx="2854325" cy="6858000"/>
          </a:xfrm>
          <a:custGeom>
            <a:avLst/>
            <a:ah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bIns="0" lIns="0" rIns="0" rtlCol="0" tIns="0" wrap="square"/>
          <a:p/>
        </p:txBody>
      </p:sp>
      <p:sp>
        <p:nvSpPr>
          <p:cNvPr id="1048582" name="bg object 22"/>
          <p:cNvSpPr/>
          <p:nvPr/>
        </p:nvSpPr>
        <p:spPr>
          <a:xfrm>
            <a:off x="10896600" y="0"/>
            <a:ext cx="1295400" cy="6858000"/>
          </a:xfrm>
          <a:custGeom>
            <a:avLst/>
            <a:ah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bIns="0" lIns="0" rIns="0" rtlCol="0" tIns="0" wrap="square"/>
          <a:p/>
        </p:txBody>
      </p:sp>
      <p:sp>
        <p:nvSpPr>
          <p:cNvPr id="1048583" name="bg object 23"/>
          <p:cNvSpPr/>
          <p:nvPr/>
        </p:nvSpPr>
        <p:spPr>
          <a:xfrm>
            <a:off x="10936247" y="0"/>
            <a:ext cx="1256030" cy="6858000"/>
          </a:xfrm>
          <a:custGeom>
            <a:avLst/>
            <a:ah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bIns="0" lIns="0" rIns="0" rtlCol="0" tIns="0" wrap="square"/>
          <a:p/>
        </p:txBody>
      </p:sp>
      <p:sp>
        <p:nvSpPr>
          <p:cNvPr id="1048584" name="bg object 24"/>
          <p:cNvSpPr/>
          <p:nvPr/>
        </p:nvSpPr>
        <p:spPr>
          <a:xfrm>
            <a:off x="10372725" y="3590925"/>
            <a:ext cx="1819275" cy="3267075"/>
          </a:xfrm>
          <a:custGeom>
            <a:avLst/>
            <a:ah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bIns="0" lIns="0" rIns="0" rtlCol="0" tIns="0" wrap="square"/>
          <a:p/>
        </p:txBody>
      </p:sp>
      <p:sp>
        <p:nvSpPr>
          <p:cNvPr id="1048585" name="bg object 25"/>
          <p:cNvSpPr/>
          <p:nvPr/>
        </p:nvSpPr>
        <p:spPr>
          <a:xfrm>
            <a:off x="0" y="4010025"/>
            <a:ext cx="447675" cy="2847975"/>
          </a:xfrm>
          <a:custGeom>
            <a:avLst/>
            <a:ah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bIns="0" lIns="0" rIns="0" rtlCol="0" tIns="0" wrap="square"/>
          <a:p/>
        </p:txBody>
      </p:sp>
      <p:sp>
        <p:nvSpPr>
          <p:cNvPr id="1048586" name="Holder 2"/>
          <p:cNvSpPr>
            <a:spLocks noGrp="1"/>
          </p:cNvSpPr>
          <p:nvPr>
            <p:ph type="title"/>
          </p:nvPr>
        </p:nvSpPr>
        <p:spPr>
          <a:xfrm>
            <a:off x="755332" y="385444"/>
            <a:ext cx="10681335" cy="758190"/>
          </a:xfrm>
          <a:prstGeom prst="rect"/>
        </p:spPr>
        <p:txBody>
          <a:bodyPr bIns="0" lIns="0" rIns="0" tIns="0" wrap="square">
            <a:spAutoFit/>
          </a:bodyPr>
          <a:lstStyle>
            <a:lvl1pPr>
              <a:defRPr b="1" sz="4800" i="0">
                <a:solidFill>
                  <a:schemeClr val="tx1"/>
                </a:solidFill>
                <a:latin typeface="Trebuchet MS"/>
                <a:cs typeface="Trebuchet MS"/>
              </a:defRPr>
            </a:lvl1pPr>
          </a:lstStyle>
          <a:p/>
        </p:txBody>
      </p:sp>
      <p:sp>
        <p:nvSpPr>
          <p:cNvPr id="1048587" name="Holder 3"/>
          <p:cNvSpPr>
            <a:spLocks noGrp="1"/>
          </p:cNvSpPr>
          <p:nvPr>
            <p:ph type="body" idx="1"/>
          </p:nvPr>
        </p:nvSpPr>
        <p:spPr>
          <a:xfrm>
            <a:off x="609600" y="1577340"/>
            <a:ext cx="10972800" cy="4526280"/>
          </a:xfrm>
          <a:prstGeom prst="rect"/>
        </p:spPr>
        <p:txBody>
          <a:bodyPr bIns="0" lIns="0" rIns="0" tIns="0" wrap="square">
            <a:spAutoFit/>
          </a:bodyPr>
          <a:p/>
        </p:txBody>
      </p:sp>
      <p:sp>
        <p:nvSpPr>
          <p:cNvPr id="1048588" name="Holder 4"/>
          <p:cNvSpPr>
            <a:spLocks noGrp="1"/>
          </p:cNvSpPr>
          <p:nvPr>
            <p:ph type="ftr" sz="quarter" idx="5"/>
          </p:nvPr>
        </p:nvSpPr>
        <p:spPr>
          <a:xfrm>
            <a:off x="4145280" y="6377940"/>
            <a:ext cx="3901440" cy="342900"/>
          </a:xfrm>
          <a:prstGeom prst="rect"/>
        </p:spPr>
        <p:txBody>
          <a:bodyPr bIns="0" lIns="0" rIns="0" tIns="0" wrap="square">
            <a:spAutoFit/>
          </a:bodyPr>
          <a:lstStyle>
            <a:lvl1pPr algn="ctr">
              <a:defRPr>
                <a:solidFill>
                  <a:schemeClr val="tx1">
                    <a:tint val="75000"/>
                  </a:schemeClr>
                </a:solidFill>
              </a:defRPr>
            </a:lvl1pPr>
          </a:lstStyle>
          <a:p/>
        </p:txBody>
      </p:sp>
      <p:sp>
        <p:nvSpPr>
          <p:cNvPr id="1048589" name="Holder 5"/>
          <p:cNvSpPr>
            <a:spLocks noGrp="1"/>
          </p:cNvSpPr>
          <p:nvPr>
            <p:ph type="dt" sz="half" idx="6"/>
          </p:nvPr>
        </p:nvSpPr>
        <p:spPr>
          <a:xfrm>
            <a:off x="609600" y="6377940"/>
            <a:ext cx="2804160" cy="342900"/>
          </a:xfrm>
          <a:prstGeom prst="rect"/>
        </p:spPr>
        <p:txBody>
          <a:bodyPr bIns="0" lIns="0" rIns="0" tIns="0" wrap="square">
            <a:spAutoFit/>
          </a:bodyPr>
          <a:lstStyle>
            <a:lvl1pPr algn="l">
              <a:defRPr>
                <a:solidFill>
                  <a:schemeClr val="tx1">
                    <a:tint val="75000"/>
                  </a:schemeClr>
                </a:solidFill>
              </a:defRPr>
            </a:lvl1pPr>
          </a:lstStyle>
          <a:p>
            <a:fld id="{1D8BD707-D9CF-40AE-B4C6-C98DA3205C09}" type="datetimeFigureOut">
              <a:rPr lang="en-US"/>
              <a:t>8/18/2025</a:t>
            </a:fld>
            <a:endParaRPr lang="en-US"/>
          </a:p>
        </p:txBody>
      </p:sp>
      <p:sp>
        <p:nvSpPr>
          <p:cNvPr id="1048590" name="Holder 6"/>
          <p:cNvSpPr>
            <a:spLocks noGrp="1"/>
          </p:cNvSpPr>
          <p:nvPr>
            <p:ph type="sldNum" sz="quarter" idx="7"/>
          </p:nvPr>
        </p:nvSpPr>
        <p:spPr>
          <a:xfrm>
            <a:off x="11353418" y="6473337"/>
            <a:ext cx="151129" cy="191770"/>
          </a:xfrm>
          <a:prstGeom prst="rect"/>
        </p:spPr>
        <p:txBody>
          <a:bodyPr bIns="0" lIns="0" rIns="0" tIns="0" wrap="square">
            <a:spAutoFit/>
          </a:bodyPr>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image" Target="../media/image4.jpeg"/><Relationship Id="rId4"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1.png"/><Relationship Id="rId3"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image" Target="../media/image7.jpeg"/><Relationship Id="rId2" Type="http://schemas.openxmlformats.org/officeDocument/2006/relationships/image" Target="../media/image1.png"/><Relationship Id="rId3"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9" name=""/>
        <p:cNvGrpSpPr/>
        <p:nvPr/>
      </p:nvGrpSpPr>
      <p:grpSpPr>
        <a:xfrm>
          <a:off x="0" y="0"/>
          <a:ext cx="0" cy="0"/>
          <a:chOff x="0" y="0"/>
          <a:chExt cx="0" cy="0"/>
        </a:xfrm>
      </p:grpSpPr>
      <p:grpSp>
        <p:nvGrpSpPr>
          <p:cNvPr id="20" name="object 2"/>
          <p:cNvGrpSpPr/>
          <p:nvPr/>
        </p:nvGrpSpPr>
        <p:grpSpPr>
          <a:xfrm>
            <a:off x="876299" y="990600"/>
            <a:ext cx="1743075" cy="1333500"/>
            <a:chOff x="742950" y="1104900"/>
            <a:chExt cx="1743075" cy="1333500"/>
          </a:xfrm>
        </p:grpSpPr>
        <p:sp>
          <p:nvSpPr>
            <p:cNvPr id="1048596" name="object 3"/>
            <p:cNvSpPr/>
            <p:nvPr/>
          </p:nvSpPr>
          <p:spPr>
            <a:xfrm>
              <a:off x="742950" y="1381125"/>
              <a:ext cx="1228725" cy="1057275"/>
            </a:xfrm>
            <a:custGeom>
              <a:avLst/>
              <a:ahLst/>
              <a:rect l="l" t="t" r="r" b="b"/>
              <a:pathLst>
                <a:path w="1228725" h="1057275">
                  <a:moveTo>
                    <a:pt x="964438" y="0"/>
                  </a:moveTo>
                  <a:lnTo>
                    <a:pt x="264312" y="0"/>
                  </a:lnTo>
                  <a:lnTo>
                    <a:pt x="0" y="528701"/>
                  </a:lnTo>
                  <a:lnTo>
                    <a:pt x="264312" y="1057275"/>
                  </a:lnTo>
                  <a:lnTo>
                    <a:pt x="964438" y="1057275"/>
                  </a:lnTo>
                  <a:lnTo>
                    <a:pt x="1228725" y="528701"/>
                  </a:lnTo>
                  <a:lnTo>
                    <a:pt x="964438" y="0"/>
                  </a:lnTo>
                  <a:close/>
                </a:path>
              </a:pathLst>
            </a:custGeom>
            <a:solidFill>
              <a:srgbClr val="5FCAEE"/>
            </a:solidFill>
          </p:spPr>
          <p:txBody>
            <a:bodyPr bIns="0" lIns="0" rIns="0" rtlCol="0" tIns="0" wrap="square"/>
            <a:p/>
          </p:txBody>
        </p:sp>
        <p:sp>
          <p:nvSpPr>
            <p:cNvPr id="1048597" name="object 4"/>
            <p:cNvSpPr/>
            <p:nvPr/>
          </p:nvSpPr>
          <p:spPr>
            <a:xfrm>
              <a:off x="1838325" y="1104900"/>
              <a:ext cx="647700" cy="561975"/>
            </a:xfrm>
            <a:custGeom>
              <a:avLst/>
              <a:ahLst/>
              <a:rect l="l" t="t" r="r" b="b"/>
              <a:pathLst>
                <a:path w="647700" h="561975">
                  <a:moveTo>
                    <a:pt x="507238" y="0"/>
                  </a:moveTo>
                  <a:lnTo>
                    <a:pt x="140462" y="0"/>
                  </a:lnTo>
                  <a:lnTo>
                    <a:pt x="0" y="280924"/>
                  </a:lnTo>
                  <a:lnTo>
                    <a:pt x="140462" y="561975"/>
                  </a:lnTo>
                  <a:lnTo>
                    <a:pt x="507238" y="561975"/>
                  </a:lnTo>
                  <a:lnTo>
                    <a:pt x="647700" y="280924"/>
                  </a:lnTo>
                  <a:lnTo>
                    <a:pt x="507238" y="0"/>
                  </a:lnTo>
                  <a:close/>
                </a:path>
              </a:pathLst>
            </a:custGeom>
            <a:solidFill>
              <a:srgbClr val="2D936B"/>
            </a:solidFill>
          </p:spPr>
          <p:txBody>
            <a:bodyPr bIns="0" lIns="0" rIns="0" rtlCol="0" tIns="0" wrap="square"/>
            <a:p/>
          </p:txBody>
        </p:sp>
      </p:grpSp>
      <p:sp>
        <p:nvSpPr>
          <p:cNvPr id="1048598" name="object 5"/>
          <p:cNvSpPr/>
          <p:nvPr/>
        </p:nvSpPr>
        <p:spPr>
          <a:xfrm>
            <a:off x="3752850" y="1190625"/>
            <a:ext cx="1666875" cy="1438275"/>
          </a:xfrm>
          <a:custGeom>
            <a:avLst/>
            <a:ahLst/>
            <a:rect l="l" t="t" r="r" b="b"/>
            <a:pathLst>
              <a:path w="1666875" h="1438275">
                <a:moveTo>
                  <a:pt x="1307338" y="0"/>
                </a:moveTo>
                <a:lnTo>
                  <a:pt x="359537" y="0"/>
                </a:lnTo>
                <a:lnTo>
                  <a:pt x="0" y="719074"/>
                </a:lnTo>
                <a:lnTo>
                  <a:pt x="359537" y="1438275"/>
                </a:lnTo>
                <a:lnTo>
                  <a:pt x="1307338" y="1438275"/>
                </a:lnTo>
                <a:lnTo>
                  <a:pt x="1666875" y="719074"/>
                </a:lnTo>
                <a:lnTo>
                  <a:pt x="1307338" y="0"/>
                </a:lnTo>
                <a:close/>
              </a:path>
            </a:pathLst>
          </a:custGeom>
          <a:solidFill>
            <a:srgbClr val="42D0A1"/>
          </a:solidFill>
        </p:spPr>
        <p:txBody>
          <a:bodyPr bIns="0" lIns="0" rIns="0" rtlCol="0" tIns="0" wrap="square"/>
          <a:p/>
        </p:txBody>
      </p:sp>
      <p:sp>
        <p:nvSpPr>
          <p:cNvPr id="1048599" name="object 6"/>
          <p:cNvSpPr/>
          <p:nvPr/>
        </p:nvSpPr>
        <p:spPr>
          <a:xfrm>
            <a:off x="3800475" y="5229225"/>
            <a:ext cx="723900" cy="619125"/>
          </a:xfrm>
          <a:custGeom>
            <a:avLst/>
            <a:ahLst/>
            <a:rect l="l" t="t" r="r" b="b"/>
            <a:pathLst>
              <a:path w="723900" h="619125">
                <a:moveTo>
                  <a:pt x="569087" y="0"/>
                </a:moveTo>
                <a:lnTo>
                  <a:pt x="154812" y="0"/>
                </a:lnTo>
                <a:lnTo>
                  <a:pt x="0" y="309625"/>
                </a:lnTo>
                <a:lnTo>
                  <a:pt x="154812" y="619125"/>
                </a:lnTo>
                <a:lnTo>
                  <a:pt x="569087" y="619125"/>
                </a:lnTo>
                <a:lnTo>
                  <a:pt x="723900" y="309625"/>
                </a:lnTo>
                <a:lnTo>
                  <a:pt x="569087" y="0"/>
                </a:lnTo>
                <a:close/>
              </a:path>
            </a:pathLst>
          </a:custGeom>
          <a:solidFill>
            <a:srgbClr val="42AF51"/>
          </a:solidFill>
        </p:spPr>
        <p:txBody>
          <a:bodyPr bIns="0" lIns="0" rIns="0" rtlCol="0" tIns="0" wrap="square"/>
          <a:p/>
        </p:txBody>
      </p:sp>
      <p:sp>
        <p:nvSpPr>
          <p:cNvPr id="1048600" name="object 7"/>
          <p:cNvSpPr txBox="1">
            <a:spLocks noGrp="1"/>
          </p:cNvSpPr>
          <p:nvPr>
            <p:ph type="ctrTitle"/>
          </p:nvPr>
        </p:nvSpPr>
        <p:spPr>
          <a:xfrm>
            <a:off x="1523999" y="19665"/>
            <a:ext cx="7629525" cy="1001556"/>
          </a:xfrm>
          <a:prstGeom prst="rect"/>
        </p:spPr>
        <p:txBody>
          <a:bodyPr bIns="0" lIns="0" rIns="0" rtlCol="0" tIns="16510" vert="horz" wrap="square">
            <a:spAutoFit/>
          </a:bodyPr>
          <a:p>
            <a:pPr marL="3213735">
              <a:spcBef>
                <a:spcPts val="130"/>
              </a:spcBef>
            </a:pPr>
            <a:r>
              <a:rPr b="1" dirty="0" i="0" lang="en-US">
                <a:solidFill>
                  <a:srgbClr val="0F0F0F"/>
                </a:solidFill>
                <a:effectLst/>
                <a:latin typeface="Times New Roman" panose="02020603050405020304" pitchFamily="18" charset="0"/>
                <a:cs typeface="Times New Roman" panose="02020603050405020304" pitchFamily="18" charset="0"/>
              </a:rPr>
              <a:t>Digital Portfolio </a:t>
            </a:r>
            <a:br>
              <a:rPr b="1" dirty="0" i="0" lang="en-US">
                <a:solidFill>
                  <a:srgbClr val="0F0F0F"/>
                </a:solidFill>
                <a:effectLst/>
                <a:latin typeface="Roboto" panose="020F0502020204030204" pitchFamily="2" charset="0"/>
              </a:rPr>
            </a:br>
            <a:endParaRPr dirty="0" spc="15"/>
          </a:p>
        </p:txBody>
      </p:sp>
      <p:pic>
        <p:nvPicPr>
          <p:cNvPr id="2097152" name="object 9"/>
          <p:cNvPicPr>
            <a:picLocks/>
          </p:cNvPicPr>
          <p:nvPr/>
        </p:nvPicPr>
        <p:blipFill>
          <a:blip xmlns:r="http://schemas.openxmlformats.org/officeDocument/2006/relationships" r:embed="rId1" cstate="print"/>
          <a:stretch>
            <a:fillRect/>
          </a:stretch>
        </p:blipFill>
        <p:spPr>
          <a:xfrm>
            <a:off x="676275" y="6467475"/>
            <a:ext cx="2143125" cy="200025"/>
          </a:xfrm>
          <a:prstGeom prst="rect"/>
        </p:spPr>
      </p:pic>
      <p:sp>
        <p:nvSpPr>
          <p:cNvPr id="1048601" name="object 11"/>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1</a:t>
            </a:fld>
            <a:endParaRPr dirty="0" spc="10"/>
          </a:p>
        </p:txBody>
      </p:sp>
      <p:sp>
        <p:nvSpPr>
          <p:cNvPr id="1048602" name="TextBox 13"/>
          <p:cNvSpPr txBox="1"/>
          <p:nvPr/>
        </p:nvSpPr>
        <p:spPr>
          <a:xfrm>
            <a:off x="2554542" y="3314150"/>
            <a:ext cx="8610600" cy="1869440"/>
          </a:xfrm>
          <a:prstGeom prst="rect"/>
          <a:noFill/>
        </p:spPr>
        <p:txBody>
          <a:bodyPr anchor="t" bIns="45720" lIns="91440" rIns="91440" rtlCol="0" tIns="45720" wrap="square">
            <a:spAutoFit/>
          </a:bodyPr>
          <a:p>
            <a:r>
              <a:rPr dirty="0" sz="2400" lang="en-US"/>
              <a:t>STUDENT NAME: </a:t>
            </a:r>
            <a:r>
              <a:rPr dirty="0" sz="2400" lang="en-US"/>
              <a:t>G</a:t>
            </a:r>
            <a:r>
              <a:rPr dirty="0" sz="2400" lang="en-US"/>
              <a:t>.</a:t>
            </a:r>
            <a:r>
              <a:rPr dirty="0" sz="2400" lang="en-US"/>
              <a:t>R</a:t>
            </a:r>
            <a:r>
              <a:rPr dirty="0" sz="2400" lang="en-US"/>
              <a:t>a</a:t>
            </a:r>
            <a:r>
              <a:rPr dirty="0" sz="2400" lang="en-US"/>
              <a:t>j</a:t>
            </a:r>
            <a:r>
              <a:rPr dirty="0" sz="2400" lang="en-US"/>
              <a:t>e</a:t>
            </a:r>
            <a:r>
              <a:rPr dirty="0" sz="2400" lang="en-US"/>
              <a:t>s</a:t>
            </a:r>
            <a:r>
              <a:rPr dirty="0" sz="2400" lang="en-US"/>
              <a:t>w</a:t>
            </a:r>
            <a:r>
              <a:rPr dirty="0" sz="2400" lang="en-US"/>
              <a:t>a</a:t>
            </a:r>
            <a:r>
              <a:rPr dirty="0" sz="2400" lang="en-US"/>
              <a:t>r</a:t>
            </a:r>
            <a:r>
              <a:rPr dirty="0" sz="2400" lang="en-US"/>
              <a:t>i</a:t>
            </a:r>
            <a:endParaRPr altLang="en-US" lang="zh-CN"/>
          </a:p>
          <a:p>
            <a:r>
              <a:rPr dirty="0" sz="2400" lang="en-US"/>
              <a:t>REGISTER NO AND NMID: </a:t>
            </a:r>
            <a:r>
              <a:rPr dirty="0" sz="2400" lang="en-US"/>
              <a:t>a</a:t>
            </a:r>
            <a:r>
              <a:rPr dirty="0" sz="2400" lang="en-US"/>
              <a:t>s</a:t>
            </a:r>
            <a:r>
              <a:rPr dirty="0" sz="2400" lang="en-US"/>
              <a:t>a</a:t>
            </a:r>
            <a:r>
              <a:rPr dirty="0" sz="2400" lang="en-US"/>
              <a:t>n</a:t>
            </a:r>
            <a:r>
              <a:rPr dirty="0" sz="2400" lang="en-US"/>
              <a:t>m</a:t>
            </a:r>
            <a:r>
              <a:rPr dirty="0" sz="2400" lang="en-US"/>
              <a:t>2</a:t>
            </a:r>
            <a:r>
              <a:rPr dirty="0" sz="2400" lang="en-US"/>
              <a:t>4</a:t>
            </a:r>
            <a:r>
              <a:rPr dirty="0" sz="2400" lang="en-US"/>
              <a:t>1</a:t>
            </a:r>
            <a:r>
              <a:rPr dirty="0" sz="2400" lang="en-US"/>
              <a:t>3</a:t>
            </a:r>
            <a:r>
              <a:rPr dirty="0" sz="2400" lang="en-US"/>
              <a:t>1</a:t>
            </a:r>
            <a:r>
              <a:rPr dirty="0" sz="2400" lang="en-US"/>
              <a:t>0</a:t>
            </a:r>
            <a:r>
              <a:rPr dirty="0" sz="2400" lang="en-US"/>
              <a:t>8</a:t>
            </a:r>
            <a:r>
              <a:rPr dirty="0" sz="2400" lang="en-US"/>
              <a:t>1</a:t>
            </a:r>
            <a:r>
              <a:rPr dirty="0" sz="2400" lang="en-US"/>
              <a:t>8</a:t>
            </a:r>
            <a:r>
              <a:rPr dirty="0" sz="2400" lang="en-US"/>
              <a:t>0</a:t>
            </a:r>
            <a:r>
              <a:rPr dirty="0" sz="2400" lang="en-US"/>
              <a:t>2</a:t>
            </a:r>
            <a:r>
              <a:rPr dirty="0" sz="2400" lang="en-US"/>
              <a:t>5</a:t>
            </a:r>
            <a:r>
              <a:rPr dirty="0" sz="2400" lang="en-US"/>
              <a:t>2</a:t>
            </a:r>
            <a:r>
              <a:rPr dirty="0" sz="2400" lang="en-US"/>
              <a:t>2</a:t>
            </a:r>
            <a:r>
              <a:rPr dirty="0" sz="2400" lang="en-US"/>
              <a:t>0</a:t>
            </a:r>
            <a:r>
              <a:rPr dirty="0" sz="2400" lang="en-US"/>
              <a:t>5</a:t>
            </a:r>
            <a:r>
              <a:rPr dirty="0" sz="2400" lang="en-US"/>
              <a:t>7</a:t>
            </a:r>
            <a:endParaRPr dirty="0" sz="2400" lang="en-US">
              <a:cs typeface="Calibri"/>
            </a:endParaRPr>
          </a:p>
          <a:p>
            <a:r>
              <a:rPr dirty="0" sz="2400" lang="en-US"/>
              <a:t>DEPARTMENT: </a:t>
            </a:r>
            <a:r>
              <a:rPr dirty="0" sz="2400" lang="en-US"/>
              <a:t>B</a:t>
            </a:r>
            <a:r>
              <a:rPr dirty="0" sz="2400" lang="en-US"/>
              <a:t>S</a:t>
            </a:r>
            <a:r>
              <a:rPr dirty="0" sz="2400" lang="en-US"/>
              <a:t>C</a:t>
            </a:r>
            <a:r>
              <a:rPr dirty="0" sz="2400" lang="en-US"/>
              <a:t> </a:t>
            </a:r>
            <a:r>
              <a:rPr dirty="0" sz="2400" lang="en-US"/>
              <a:t>C</a:t>
            </a:r>
            <a:r>
              <a:rPr dirty="0" sz="2400" lang="en-US"/>
              <a:t>o</a:t>
            </a:r>
            <a:r>
              <a:rPr dirty="0" sz="2400" lang="en-US"/>
              <a:t>m</a:t>
            </a:r>
            <a:r>
              <a:rPr dirty="0" sz="2400" lang="en-US"/>
              <a:t>p</a:t>
            </a:r>
            <a:r>
              <a:rPr dirty="0" sz="2400" lang="en-US"/>
              <a:t>uter </a:t>
            </a:r>
            <a:r>
              <a:rPr dirty="0" sz="2400" lang="en-US"/>
              <a:t>science </a:t>
            </a:r>
            <a:endParaRPr altLang="en-US" lang="zh-CN"/>
          </a:p>
          <a:p>
            <a:r>
              <a:rPr dirty="0" sz="2400" lang="en-US"/>
              <a:t>COLLEGE: </a:t>
            </a:r>
            <a:r>
              <a:rPr dirty="0" sz="2400" lang="en-US"/>
              <a:t>T</a:t>
            </a:r>
            <a:r>
              <a:rPr dirty="0" sz="2400" lang="en-US"/>
              <a:t>k</a:t>
            </a:r>
            <a:r>
              <a:rPr dirty="0" sz="2400" lang="en-US"/>
              <a:t>G</a:t>
            </a:r>
            <a:r>
              <a:rPr dirty="0" sz="2400" lang="en-US"/>
              <a:t>A</a:t>
            </a:r>
            <a:r>
              <a:rPr dirty="0" sz="2400" lang="en-US"/>
              <a:t>C</a:t>
            </a:r>
            <a:r>
              <a:rPr dirty="0" sz="2400" lang="en-US"/>
              <a:t>/</a:t>
            </a:r>
            <a:r>
              <a:rPr dirty="0" sz="2400" lang="en-US"/>
              <a:t>A</a:t>
            </a:r>
            <a:r>
              <a:rPr dirty="0" sz="2400" lang="en-US"/>
              <a:t>n</a:t>
            </a:r>
            <a:r>
              <a:rPr dirty="0" sz="2400" lang="en-US"/>
              <a:t>n</a:t>
            </a:r>
            <a:r>
              <a:rPr dirty="0" sz="2400" lang="en-US"/>
              <a:t>a</a:t>
            </a:r>
            <a:r>
              <a:rPr dirty="0" sz="2400" lang="en-US"/>
              <a:t>m</a:t>
            </a:r>
            <a:r>
              <a:rPr dirty="0" sz="2400" lang="en-US"/>
              <a:t>a</a:t>
            </a:r>
            <a:r>
              <a:rPr dirty="0" sz="2400" lang="en-US"/>
              <a:t>lai </a:t>
            </a:r>
            <a:r>
              <a:rPr dirty="0" sz="2400" lang="en-US"/>
              <a:t>University </a:t>
            </a:r>
            <a:endParaRPr altLang="en-US" lang="zh-CN"/>
          </a:p>
          <a:p>
            <a:r>
              <a:rPr dirty="0" sz="2400" lang="en-US"/>
              <a:t>           </a:t>
            </a:r>
            <a:endParaRPr dirty="0" sz="2400"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25" name=""/>
        <p:cNvGrpSpPr/>
        <p:nvPr/>
      </p:nvGrpSpPr>
      <p:grpSpPr>
        <a:xfrm>
          <a:off x="0" y="0"/>
          <a:ext cx="0" cy="0"/>
          <a:chOff x="0" y="0"/>
          <a:chExt cx="0" cy="0"/>
        </a:xfrm>
      </p:grpSpPr>
      <p:sp>
        <p:nvSpPr>
          <p:cNvPr id="1048610" name="object 2"/>
          <p:cNvSpPr/>
          <p:nvPr/>
        </p:nvSpPr>
        <p:spPr>
          <a:xfrm>
            <a:off x="0" y="0"/>
            <a:ext cx="12192000" cy="6858000"/>
          </a:xfrm>
          <a:custGeom>
            <a:avLst/>
            <a:ah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bIns="0" lIns="0" rIns="0" rtlCol="0" tIns="0" wrap="square"/>
          <a:p>
            <a:endParaRPr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a:p>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endParaRPr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a:p>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a:t>
            </a:r>
            <a:r>
              <a:rPr dirty="0" sz="2800" lang="en-US">
                <a:latin typeface="Times New Roman" panose="02020603050405020304" pitchFamily="18" charset="0"/>
                <a:cs typeface="Times New Roman" panose="02020603050405020304" pitchFamily="18" charset="0"/>
              </a:rPr>
              <a:t> </a:t>
            </a:r>
            <a:r>
              <a:rPr dirty="0" sz="2800" lang="en-US">
                <a:latin typeface="Times New Roman" panose="02020603050405020304" pitchFamily="18" charset="0"/>
                <a:cs typeface="Times New Roman" panose="02020603050405020304" pitchFamily="18" charset="0"/>
              </a:rPr>
              <a:t> </a:t>
            </a:r>
            <a:r>
              <a:rPr dirty="0" sz="2800" lang="en-US">
                <a:latin typeface="Times New Roman" panose="02020603050405020304" pitchFamily="18" charset="0"/>
                <a:cs typeface="Times New Roman" panose="02020603050405020304" pitchFamily="18" charset="0"/>
              </a:rPr>
              <a:t>C</a:t>
            </a:r>
            <a:r>
              <a:rPr dirty="0" sz="2800" lang="en-US">
                <a:latin typeface="Times New Roman" panose="02020603050405020304" pitchFamily="18" charset="0"/>
                <a:cs typeface="Times New Roman" panose="02020603050405020304" pitchFamily="18" charset="0"/>
              </a:rPr>
              <a:t>r</a:t>
            </a:r>
            <a:r>
              <a:rPr dirty="0" sz="2800" lang="en-US">
                <a:latin typeface="Times New Roman" panose="02020603050405020304" pitchFamily="18" charset="0"/>
                <a:cs typeface="Times New Roman" panose="02020603050405020304" pitchFamily="18" charset="0"/>
              </a:rPr>
              <a:t>e</a:t>
            </a:r>
            <a:r>
              <a:rPr dirty="0" sz="2800" lang="en-US">
                <a:latin typeface="Times New Roman" panose="02020603050405020304" pitchFamily="18" charset="0"/>
                <a:cs typeface="Times New Roman" panose="02020603050405020304" pitchFamily="18" charset="0"/>
              </a:rPr>
              <a:t>a</a:t>
            </a:r>
            <a:r>
              <a:rPr dirty="0" sz="2800" lang="en-US">
                <a:latin typeface="Times New Roman" panose="02020603050405020304" pitchFamily="18" charset="0"/>
                <a:cs typeface="Times New Roman" panose="02020603050405020304" pitchFamily="18" charset="0"/>
              </a:rPr>
              <a:t>tive </a:t>
            </a:r>
            <a:r>
              <a:rPr dirty="0" sz="2800" lang="en-US">
                <a:latin typeface="Times New Roman" panose="02020603050405020304" pitchFamily="18" charset="0"/>
                <a:cs typeface="Times New Roman" panose="02020603050405020304" pitchFamily="18" charset="0"/>
              </a:rPr>
              <a:t>M</a:t>
            </a:r>
            <a:r>
              <a:rPr dirty="0" sz="2800" lang="en-US">
                <a:latin typeface="Times New Roman" panose="02020603050405020304" pitchFamily="18" charset="0"/>
                <a:cs typeface="Times New Roman" panose="02020603050405020304" pitchFamily="18" charset="0"/>
              </a:rPr>
              <a:t>y</a:t>
            </a:r>
            <a:r>
              <a:rPr dirty="0" sz="2800" lang="en-US">
                <a:latin typeface="Times New Roman" panose="02020603050405020304" pitchFamily="18" charset="0"/>
                <a:cs typeface="Times New Roman" panose="02020603050405020304" pitchFamily="18" charset="0"/>
              </a:rPr>
              <a:t> </a:t>
            </a:r>
            <a:r>
              <a:rPr dirty="0" sz="2800" lang="en-US">
                <a:latin typeface="Times New Roman" panose="02020603050405020304" pitchFamily="18" charset="0"/>
                <a:cs typeface="Times New Roman" panose="02020603050405020304" pitchFamily="18" charset="0"/>
              </a:rPr>
              <a:t>P</a:t>
            </a:r>
            <a:r>
              <a:rPr dirty="0" sz="2800" lang="en-US">
                <a:latin typeface="Times New Roman" panose="02020603050405020304" pitchFamily="18" charset="0"/>
                <a:cs typeface="Times New Roman" panose="02020603050405020304" pitchFamily="18" charset="0"/>
              </a:rPr>
              <a:t>o</a:t>
            </a:r>
            <a:r>
              <a:rPr dirty="0" sz="2800" lang="en-US">
                <a:latin typeface="Times New Roman" panose="02020603050405020304" pitchFamily="18" charset="0"/>
                <a:cs typeface="Times New Roman" panose="02020603050405020304" pitchFamily="18" charset="0"/>
              </a:rPr>
              <a:t>r</a:t>
            </a:r>
            <a:r>
              <a:rPr dirty="0" sz="2800" lang="en-US">
                <a:latin typeface="Times New Roman" panose="02020603050405020304" pitchFamily="18" charset="0"/>
                <a:cs typeface="Times New Roman" panose="02020603050405020304" pitchFamily="18" charset="0"/>
              </a:rPr>
              <a:t>t</a:t>
            </a:r>
            <a:r>
              <a:rPr dirty="0" sz="2800" lang="en-US">
                <a:latin typeface="Times New Roman" panose="02020603050405020304" pitchFamily="18" charset="0"/>
                <a:cs typeface="Times New Roman" panose="02020603050405020304" pitchFamily="18" charset="0"/>
              </a:rPr>
              <a:t>olio </a:t>
            </a:r>
            <a:r>
              <a:rPr dirty="0" sz="2800" lang="en-US">
                <a:latin typeface="Times New Roman" panose="02020603050405020304" pitchFamily="18" charset="0"/>
                <a:cs typeface="Times New Roman" panose="02020603050405020304" pitchFamily="18" charset="0"/>
              </a:rPr>
              <a:t>U</a:t>
            </a:r>
            <a:r>
              <a:rPr dirty="0" sz="2800" lang="en-US">
                <a:latin typeface="Times New Roman" panose="02020603050405020304" pitchFamily="18" charset="0"/>
                <a:cs typeface="Times New Roman" panose="02020603050405020304" pitchFamily="18" charset="0"/>
              </a:rPr>
              <a:t>s</a:t>
            </a:r>
            <a:r>
              <a:rPr dirty="0" sz="2800" lang="en-US">
                <a:latin typeface="Times New Roman" panose="02020603050405020304" pitchFamily="18" charset="0"/>
                <a:cs typeface="Times New Roman" panose="02020603050405020304" pitchFamily="18" charset="0"/>
              </a:rPr>
              <a:t>i</a:t>
            </a:r>
            <a:r>
              <a:rPr dirty="0" sz="2800" lang="en-US">
                <a:latin typeface="Times New Roman" panose="02020603050405020304" pitchFamily="18" charset="0"/>
                <a:cs typeface="Times New Roman" panose="02020603050405020304" pitchFamily="18" charset="0"/>
              </a:rPr>
              <a:t>n</a:t>
            </a:r>
            <a:r>
              <a:rPr dirty="0" sz="2800" lang="en-US">
                <a:latin typeface="Times New Roman" panose="02020603050405020304" pitchFamily="18" charset="0"/>
                <a:cs typeface="Times New Roman" panose="02020603050405020304" pitchFamily="18" charset="0"/>
              </a:rPr>
              <a:t>g</a:t>
            </a:r>
            <a:r>
              <a:rPr dirty="0" sz="2800" lang="en-US">
                <a:latin typeface="Times New Roman" panose="02020603050405020304" pitchFamily="18" charset="0"/>
                <a:cs typeface="Times New Roman" panose="02020603050405020304" pitchFamily="18" charset="0"/>
              </a:rPr>
              <a:t> </a:t>
            </a:r>
            <a:r>
              <a:rPr dirty="0" sz="2800" lang="en-US">
                <a:latin typeface="Times New Roman" panose="02020603050405020304" pitchFamily="18" charset="0"/>
                <a:cs typeface="Times New Roman" panose="02020603050405020304" pitchFamily="18" charset="0"/>
              </a:rPr>
              <a:t> </a:t>
            </a:r>
            <a:r>
              <a:rPr dirty="0" sz="2800" lang="en-US">
                <a:latin typeface="Times New Roman" panose="02020603050405020304" pitchFamily="18" charset="0"/>
                <a:cs typeface="Times New Roman" panose="02020603050405020304" pitchFamily="18" charset="0"/>
              </a:rPr>
              <a:t>F</a:t>
            </a:r>
            <a:r>
              <a:rPr dirty="0" sz="2800" lang="en-US">
                <a:latin typeface="Times New Roman" panose="02020603050405020304" pitchFamily="18" charset="0"/>
                <a:cs typeface="Times New Roman" panose="02020603050405020304" pitchFamily="18" charset="0"/>
              </a:rPr>
              <a:t>W</a:t>
            </a:r>
            <a:r>
              <a:rPr dirty="0" sz="2800" lang="en-US">
                <a:latin typeface="Times New Roman" panose="02020603050405020304" pitchFamily="18" charset="0"/>
                <a:cs typeface="Times New Roman" panose="02020603050405020304" pitchFamily="18" charset="0"/>
              </a:rPr>
              <a:t>D</a:t>
            </a:r>
            <a:endParaRPr dirty="0">
              <a:latin typeface="Times New Roman" panose="02020603050405020304" pitchFamily="18" charset="0"/>
              <a:cs typeface="Times New Roman" panose="02020603050405020304" pitchFamily="18" charset="0"/>
            </a:endParaRPr>
          </a:p>
        </p:txBody>
      </p:sp>
      <p:grpSp>
        <p:nvGrpSpPr>
          <p:cNvPr id="26" name="object 3"/>
          <p:cNvGrpSpPr/>
          <p:nvPr/>
        </p:nvGrpSpPr>
        <p:grpSpPr>
          <a:xfrm>
            <a:off x="7443849" y="0"/>
            <a:ext cx="4752975" cy="6863080"/>
            <a:chOff x="7443849" y="0"/>
            <a:chExt cx="4752975" cy="6863080"/>
          </a:xfrm>
        </p:grpSpPr>
        <p:sp>
          <p:nvSpPr>
            <p:cNvPr id="1048611" name="object 4"/>
            <p:cNvSpPr/>
            <p:nvPr/>
          </p:nvSpPr>
          <p:spPr>
            <a:xfrm>
              <a:off x="9377426" y="4825"/>
              <a:ext cx="1218565" cy="6853555"/>
            </a:xfrm>
            <a:custGeom>
              <a:avLst/>
              <a:ahLst/>
              <a:rect l="l" t="t" r="r" b="b"/>
              <a:pathLst>
                <a:path w="1218565" h="6853555">
                  <a:moveTo>
                    <a:pt x="0" y="0"/>
                  </a:moveTo>
                  <a:lnTo>
                    <a:pt x="1218352" y="6853171"/>
                  </a:lnTo>
                </a:path>
              </a:pathLst>
            </a:custGeom>
            <a:ln w="9525">
              <a:solidFill>
                <a:srgbClr val="5FCAEE"/>
              </a:solidFill>
            </a:ln>
          </p:spPr>
          <p:txBody>
            <a:bodyPr bIns="0" lIns="0" rIns="0" rtlCol="0" tIns="0" wrap="square"/>
            <a:p/>
          </p:txBody>
        </p:sp>
        <p:sp>
          <p:nvSpPr>
            <p:cNvPr id="1048612" name="object 5"/>
            <p:cNvSpPr/>
            <p:nvPr/>
          </p:nvSpPr>
          <p:spPr>
            <a:xfrm>
              <a:off x="7448612" y="3694896"/>
              <a:ext cx="4743450" cy="3163570"/>
            </a:xfrm>
            <a:custGeom>
              <a:avLst/>
              <a:ahLst/>
              <a:rect l="l" t="t" r="r" b="b"/>
              <a:pathLst>
                <a:path w="4743450" h="3163570">
                  <a:moveTo>
                    <a:pt x="4743387" y="0"/>
                  </a:moveTo>
                  <a:lnTo>
                    <a:pt x="0" y="3163101"/>
                  </a:lnTo>
                </a:path>
              </a:pathLst>
            </a:custGeom>
            <a:ln w="9525">
              <a:solidFill>
                <a:srgbClr val="5FCAEE"/>
              </a:solidFill>
            </a:ln>
          </p:spPr>
          <p:txBody>
            <a:bodyPr bIns="0" lIns="0" rIns="0" rtlCol="0" tIns="0" wrap="square"/>
            <a:p/>
          </p:txBody>
        </p:sp>
        <p:sp>
          <p:nvSpPr>
            <p:cNvPr id="1048613" name="object 6"/>
            <p:cNvSpPr/>
            <p:nvPr/>
          </p:nvSpPr>
          <p:spPr>
            <a:xfrm>
              <a:off x="9182100" y="0"/>
              <a:ext cx="3009900" cy="6858000"/>
            </a:xfrm>
            <a:custGeom>
              <a:avLst/>
              <a:ah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bIns="0" lIns="0" rIns="0" rtlCol="0" tIns="0" wrap="square"/>
            <a:p/>
          </p:txBody>
        </p:sp>
        <p:sp>
          <p:nvSpPr>
            <p:cNvPr id="1048614" name="object 7"/>
            <p:cNvSpPr/>
            <p:nvPr/>
          </p:nvSpPr>
          <p:spPr>
            <a:xfrm>
              <a:off x="9602878" y="0"/>
              <a:ext cx="2589530" cy="6858000"/>
            </a:xfrm>
            <a:custGeom>
              <a:avLst/>
              <a:ah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bIns="0" lIns="0" rIns="0" rtlCol="0" tIns="0" wrap="square"/>
            <a:p/>
          </p:txBody>
        </p:sp>
        <p:sp>
          <p:nvSpPr>
            <p:cNvPr id="1048615" name="object 8"/>
            <p:cNvSpPr/>
            <p:nvPr/>
          </p:nvSpPr>
          <p:spPr>
            <a:xfrm>
              <a:off x="8934450" y="3048000"/>
              <a:ext cx="3257550" cy="3810000"/>
            </a:xfrm>
            <a:custGeom>
              <a:avLst/>
              <a:ah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bIns="0" lIns="0" rIns="0" rtlCol="0" tIns="0" wrap="square"/>
            <a:p/>
          </p:txBody>
        </p:sp>
        <p:sp>
          <p:nvSpPr>
            <p:cNvPr id="1048616" name="object 9"/>
            <p:cNvSpPr/>
            <p:nvPr/>
          </p:nvSpPr>
          <p:spPr>
            <a:xfrm>
              <a:off x="9337930" y="0"/>
              <a:ext cx="2854325" cy="6858000"/>
            </a:xfrm>
            <a:custGeom>
              <a:avLst/>
              <a:ah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bIns="0" lIns="0" rIns="0" rtlCol="0" tIns="0" wrap="square"/>
            <a:p/>
          </p:txBody>
        </p:sp>
        <p:sp>
          <p:nvSpPr>
            <p:cNvPr id="1048617" name="object 10"/>
            <p:cNvSpPr/>
            <p:nvPr/>
          </p:nvSpPr>
          <p:spPr>
            <a:xfrm>
              <a:off x="10896600" y="0"/>
              <a:ext cx="1295400" cy="6858000"/>
            </a:xfrm>
            <a:custGeom>
              <a:avLst/>
              <a:ah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bIns="0" lIns="0" rIns="0" rtlCol="0" tIns="0" wrap="square"/>
            <a:p/>
          </p:txBody>
        </p:sp>
        <p:sp>
          <p:nvSpPr>
            <p:cNvPr id="1048618" name="object 11"/>
            <p:cNvSpPr/>
            <p:nvPr/>
          </p:nvSpPr>
          <p:spPr>
            <a:xfrm>
              <a:off x="10936247" y="0"/>
              <a:ext cx="1256030" cy="6858000"/>
            </a:xfrm>
            <a:custGeom>
              <a:avLst/>
              <a:ah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bIns="0" lIns="0" rIns="0" rtlCol="0" tIns="0" wrap="square"/>
            <a:p/>
          </p:txBody>
        </p:sp>
        <p:sp>
          <p:nvSpPr>
            <p:cNvPr id="1048619" name="object 12"/>
            <p:cNvSpPr/>
            <p:nvPr/>
          </p:nvSpPr>
          <p:spPr>
            <a:xfrm>
              <a:off x="10372725" y="3590925"/>
              <a:ext cx="1819275" cy="3267075"/>
            </a:xfrm>
            <a:custGeom>
              <a:avLst/>
              <a:ah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bIns="0" lIns="0" rIns="0" rtlCol="0" tIns="0" wrap="square"/>
            <a:p/>
          </p:txBody>
        </p:sp>
      </p:grpSp>
      <p:sp>
        <p:nvSpPr>
          <p:cNvPr id="1048620" name="object 13"/>
          <p:cNvSpPr/>
          <p:nvPr/>
        </p:nvSpPr>
        <p:spPr>
          <a:xfrm>
            <a:off x="0" y="4010025"/>
            <a:ext cx="447675" cy="2847975"/>
          </a:xfrm>
          <a:custGeom>
            <a:avLst/>
            <a:ah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bIns="0" lIns="0" rIns="0" rtlCol="0" tIns="0" wrap="square"/>
          <a:p/>
        </p:txBody>
      </p:sp>
      <p:sp>
        <p:nvSpPr>
          <p:cNvPr id="1048621" name="object 14"/>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22" name="object 15"/>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23" name="object 16"/>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sp>
        <p:nvSpPr>
          <p:cNvPr id="1048624" name="object 17"/>
          <p:cNvSpPr txBox="1">
            <a:spLocks noGrp="1"/>
          </p:cNvSpPr>
          <p:nvPr>
            <p:ph type="title"/>
          </p:nvPr>
        </p:nvSpPr>
        <p:spPr>
          <a:xfrm>
            <a:off x="948189" y="955038"/>
            <a:ext cx="8297988" cy="740411"/>
          </a:xfrm>
          <a:prstGeom prst="rect"/>
        </p:spPr>
        <p:txBody>
          <a:bodyPr bIns="0" lIns="0" rIns="0" rtlCol="0" tIns="16510" vert="horz" wrap="square">
            <a:spAutoFit/>
          </a:bodyPr>
          <a:p>
            <a:pPr indent="0" marL="0">
              <a:lnSpc>
                <a:spcPct val="100000"/>
              </a:lnSpc>
              <a:spcBef>
                <a:spcPts val="130"/>
              </a:spcBef>
              <a:buNone/>
            </a:pPr>
            <a:r>
              <a:rPr dirty="0" sz="4800" lang="en-US" spc="5">
                <a:solidFill>
                  <a:srgbClr val="02A5E3"/>
                </a:solidFill>
              </a:rPr>
              <a:t>P</a:t>
            </a:r>
            <a:r>
              <a:rPr dirty="0" sz="4800" lang="en-US" spc="5">
                <a:solidFill>
                  <a:srgbClr val="02A5E3"/>
                </a:solidFill>
              </a:rPr>
              <a:t>R</a:t>
            </a:r>
            <a:r>
              <a:rPr dirty="0" sz="4800" lang="en-US" spc="5">
                <a:solidFill>
                  <a:srgbClr val="02A5E3"/>
                </a:solidFill>
              </a:rPr>
              <a:t>O</a:t>
            </a:r>
            <a:r>
              <a:rPr dirty="0" sz="4800" lang="en-US" spc="5">
                <a:solidFill>
                  <a:srgbClr val="02A5E3"/>
                </a:solidFill>
              </a:rPr>
              <a:t>J</a:t>
            </a:r>
            <a:r>
              <a:rPr dirty="0" sz="4800" lang="en-US" spc="5">
                <a:solidFill>
                  <a:srgbClr val="02A5E3"/>
                </a:solidFill>
              </a:rPr>
              <a:t>ECT </a:t>
            </a:r>
            <a:r>
              <a:rPr dirty="0" sz="4800" lang="en-US" spc="5">
                <a:solidFill>
                  <a:srgbClr val="02A5E3"/>
                </a:solidFill>
              </a:rPr>
              <a:t>T</a:t>
            </a:r>
            <a:r>
              <a:rPr dirty="0" sz="4800" lang="en-US" spc="5">
                <a:solidFill>
                  <a:srgbClr val="02A5E3"/>
                </a:solidFill>
              </a:rPr>
              <a:t>I</a:t>
            </a:r>
            <a:r>
              <a:rPr dirty="0" sz="4800" lang="en-US" spc="5">
                <a:solidFill>
                  <a:srgbClr val="02A5E3"/>
                </a:solidFill>
              </a:rPr>
              <a:t>T</a:t>
            </a:r>
            <a:r>
              <a:rPr dirty="0" sz="4800" lang="en-US" spc="5">
                <a:solidFill>
                  <a:srgbClr val="02A5E3"/>
                </a:solidFill>
              </a:rPr>
              <a:t>LE</a:t>
            </a:r>
            <a:r>
              <a:rPr dirty="0" sz="4250" lang="en-US" spc="5">
                <a:solidFill>
                  <a:srgbClr val="02A5E3"/>
                </a:solidFill>
              </a:rPr>
              <a:t> </a:t>
            </a:r>
            <a:endParaRPr sz="4250"/>
          </a:p>
        </p:txBody>
      </p:sp>
      <p:grpSp>
        <p:nvGrpSpPr>
          <p:cNvPr id="27" name="object 18"/>
          <p:cNvGrpSpPr/>
          <p:nvPr/>
        </p:nvGrpSpPr>
        <p:grpSpPr>
          <a:xfrm>
            <a:off x="466725" y="6410325"/>
            <a:ext cx="3705225" cy="295275"/>
            <a:chOff x="466725" y="6410325"/>
            <a:chExt cx="3705225" cy="295275"/>
          </a:xfrm>
        </p:grpSpPr>
        <p:pic>
          <p:nvPicPr>
            <p:cNvPr id="2097153" name="object 19"/>
            <p:cNvPicPr>
              <a:picLocks/>
            </p:cNvPicPr>
            <p:nvPr/>
          </p:nvPicPr>
          <p:blipFill>
            <a:blip xmlns:r="http://schemas.openxmlformats.org/officeDocument/2006/relationships" r:embed="rId1" cstate="print"/>
            <a:stretch>
              <a:fillRect/>
            </a:stretch>
          </p:blipFill>
          <p:spPr>
            <a:xfrm>
              <a:off x="676275" y="6467475"/>
              <a:ext cx="2143125" cy="200025"/>
            </a:xfrm>
            <a:prstGeom prst="rect"/>
          </p:spPr>
        </p:pic>
        <p:pic>
          <p:nvPicPr>
            <p:cNvPr id="2097154" name="object 20"/>
            <p:cNvPicPr>
              <a:picLocks/>
            </p:cNvPicPr>
            <p:nvPr/>
          </p:nvPicPr>
          <p:blipFill>
            <a:blip xmlns:r="http://schemas.openxmlformats.org/officeDocument/2006/relationships" r:embed="rId2" cstate="print"/>
            <a:stretch>
              <a:fillRect/>
            </a:stretch>
          </p:blipFill>
          <p:spPr>
            <a:xfrm>
              <a:off x="466725" y="6410325"/>
              <a:ext cx="3705225" cy="295275"/>
            </a:xfrm>
            <a:prstGeom prst="rect"/>
          </p:spPr>
        </p:pic>
      </p:grpSp>
      <p:sp>
        <p:nvSpPr>
          <p:cNvPr id="1048625" name="object 22"/>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2</a:t>
            </a:fld>
            <a:endParaRPr dirty="0" spc="1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28" name=""/>
        <p:cNvGrpSpPr/>
        <p:nvPr/>
      </p:nvGrpSpPr>
      <p:grpSpPr>
        <a:xfrm>
          <a:off x="0" y="0"/>
          <a:ext cx="0" cy="0"/>
          <a:chOff x="0" y="0"/>
          <a:chExt cx="0" cy="0"/>
        </a:xfrm>
      </p:grpSpPr>
      <p:sp>
        <p:nvSpPr>
          <p:cNvPr id="1048626" name="object 2"/>
          <p:cNvSpPr/>
          <p:nvPr/>
        </p:nvSpPr>
        <p:spPr>
          <a:xfrm>
            <a:off x="-76200" y="28579"/>
            <a:ext cx="12481713" cy="6858000"/>
          </a:xfrm>
          <a:custGeom>
            <a:avLst/>
            <a:ah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bIns="0" lIns="0" rIns="0" rtlCol="0" tIns="0" wrap="square"/>
          <a:p>
            <a:endParaRPr dirty="0"/>
          </a:p>
        </p:txBody>
      </p:sp>
      <p:grpSp>
        <p:nvGrpSpPr>
          <p:cNvPr id="29" name="object 3"/>
          <p:cNvGrpSpPr/>
          <p:nvPr/>
        </p:nvGrpSpPr>
        <p:grpSpPr>
          <a:xfrm>
            <a:off x="7443849" y="0"/>
            <a:ext cx="4752975" cy="6863080"/>
            <a:chOff x="7443849" y="0"/>
            <a:chExt cx="4752975" cy="6863080"/>
          </a:xfrm>
        </p:grpSpPr>
        <p:sp>
          <p:nvSpPr>
            <p:cNvPr id="1048627" name="object 4"/>
            <p:cNvSpPr/>
            <p:nvPr/>
          </p:nvSpPr>
          <p:spPr>
            <a:xfrm>
              <a:off x="9377426" y="4825"/>
              <a:ext cx="1218565" cy="6853555"/>
            </a:xfrm>
            <a:custGeom>
              <a:avLst/>
              <a:ahLst/>
              <a:rect l="l" t="t" r="r" b="b"/>
              <a:pathLst>
                <a:path w="1218565" h="6853555">
                  <a:moveTo>
                    <a:pt x="0" y="0"/>
                  </a:moveTo>
                  <a:lnTo>
                    <a:pt x="1218352" y="6853171"/>
                  </a:lnTo>
                </a:path>
              </a:pathLst>
            </a:custGeom>
            <a:ln w="9525">
              <a:solidFill>
                <a:srgbClr val="5FCAEE"/>
              </a:solidFill>
            </a:ln>
          </p:spPr>
          <p:txBody>
            <a:bodyPr bIns="0" lIns="0" rIns="0" rtlCol="0" tIns="0" wrap="square"/>
            <a:p/>
          </p:txBody>
        </p:sp>
        <p:sp>
          <p:nvSpPr>
            <p:cNvPr id="1048628" name="object 5"/>
            <p:cNvSpPr/>
            <p:nvPr/>
          </p:nvSpPr>
          <p:spPr>
            <a:xfrm>
              <a:off x="7448612" y="3694896"/>
              <a:ext cx="4743450" cy="3163570"/>
            </a:xfrm>
            <a:custGeom>
              <a:avLst/>
              <a:ahLst/>
              <a:rect l="l" t="t" r="r" b="b"/>
              <a:pathLst>
                <a:path w="4743450" h="3163570">
                  <a:moveTo>
                    <a:pt x="4743387" y="0"/>
                  </a:moveTo>
                  <a:lnTo>
                    <a:pt x="0" y="3163101"/>
                  </a:lnTo>
                </a:path>
              </a:pathLst>
            </a:custGeom>
            <a:ln w="9525">
              <a:solidFill>
                <a:srgbClr val="5FCAEE"/>
              </a:solidFill>
            </a:ln>
          </p:spPr>
          <p:txBody>
            <a:bodyPr bIns="0" lIns="0" rIns="0" rtlCol="0" tIns="0" wrap="square"/>
            <a:p/>
          </p:txBody>
        </p:sp>
        <p:sp>
          <p:nvSpPr>
            <p:cNvPr id="1048629" name="object 6"/>
            <p:cNvSpPr/>
            <p:nvPr/>
          </p:nvSpPr>
          <p:spPr>
            <a:xfrm>
              <a:off x="9182100" y="0"/>
              <a:ext cx="3009900" cy="6858000"/>
            </a:xfrm>
            <a:custGeom>
              <a:avLst/>
              <a:ah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bIns="0" lIns="0" rIns="0" rtlCol="0" tIns="0" wrap="square"/>
            <a:p/>
          </p:txBody>
        </p:sp>
        <p:sp>
          <p:nvSpPr>
            <p:cNvPr id="1048630" name="object 7"/>
            <p:cNvSpPr/>
            <p:nvPr/>
          </p:nvSpPr>
          <p:spPr>
            <a:xfrm>
              <a:off x="9602878" y="0"/>
              <a:ext cx="2589530" cy="6858000"/>
            </a:xfrm>
            <a:custGeom>
              <a:avLst/>
              <a:ah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bIns="0" lIns="0" rIns="0" rtlCol="0" tIns="0" wrap="square"/>
            <a:p/>
          </p:txBody>
        </p:sp>
        <p:sp>
          <p:nvSpPr>
            <p:cNvPr id="1048631" name="object 8"/>
            <p:cNvSpPr/>
            <p:nvPr/>
          </p:nvSpPr>
          <p:spPr>
            <a:xfrm>
              <a:off x="8934450" y="3048000"/>
              <a:ext cx="3257550" cy="3810000"/>
            </a:xfrm>
            <a:custGeom>
              <a:avLst/>
              <a:ah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bIns="0" lIns="0" rIns="0" rtlCol="0" tIns="0" wrap="square"/>
            <a:p/>
          </p:txBody>
        </p:sp>
        <p:sp>
          <p:nvSpPr>
            <p:cNvPr id="1048632" name="object 9"/>
            <p:cNvSpPr/>
            <p:nvPr/>
          </p:nvSpPr>
          <p:spPr>
            <a:xfrm>
              <a:off x="9337930" y="0"/>
              <a:ext cx="2854325" cy="6858000"/>
            </a:xfrm>
            <a:custGeom>
              <a:avLst/>
              <a:ah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bIns="0" lIns="0" rIns="0" rtlCol="0" tIns="0" wrap="square"/>
            <a:p/>
          </p:txBody>
        </p:sp>
        <p:sp>
          <p:nvSpPr>
            <p:cNvPr id="1048633" name="object 10"/>
            <p:cNvSpPr/>
            <p:nvPr/>
          </p:nvSpPr>
          <p:spPr>
            <a:xfrm>
              <a:off x="10896600" y="0"/>
              <a:ext cx="1295400" cy="6858000"/>
            </a:xfrm>
            <a:custGeom>
              <a:avLst/>
              <a:ah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bIns="0" lIns="0" rIns="0" rtlCol="0" tIns="0" wrap="square"/>
            <a:p/>
          </p:txBody>
        </p:sp>
        <p:sp>
          <p:nvSpPr>
            <p:cNvPr id="1048634" name="object 11"/>
            <p:cNvSpPr/>
            <p:nvPr/>
          </p:nvSpPr>
          <p:spPr>
            <a:xfrm>
              <a:off x="10936247" y="0"/>
              <a:ext cx="1256030" cy="6858000"/>
            </a:xfrm>
            <a:custGeom>
              <a:avLst/>
              <a:ah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bIns="0" lIns="0" rIns="0" rtlCol="0" tIns="0" wrap="square"/>
            <a:p/>
          </p:txBody>
        </p:sp>
        <p:sp>
          <p:nvSpPr>
            <p:cNvPr id="1048635" name="object 12"/>
            <p:cNvSpPr/>
            <p:nvPr/>
          </p:nvSpPr>
          <p:spPr>
            <a:xfrm>
              <a:off x="10372725" y="3590925"/>
              <a:ext cx="1819275" cy="3267075"/>
            </a:xfrm>
            <a:custGeom>
              <a:avLst/>
              <a:ah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bIns="0" lIns="0" rIns="0" rtlCol="0" tIns="0" wrap="square"/>
            <a:p/>
          </p:txBody>
        </p:sp>
      </p:grpSp>
      <p:sp>
        <p:nvSpPr>
          <p:cNvPr id="1048636" name="object 13"/>
          <p:cNvSpPr/>
          <p:nvPr/>
        </p:nvSpPr>
        <p:spPr>
          <a:xfrm>
            <a:off x="0" y="4010025"/>
            <a:ext cx="447675" cy="2847975"/>
          </a:xfrm>
          <a:custGeom>
            <a:avLst/>
            <a:ah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bIns="0" lIns="0" rIns="0" rtlCol="0" tIns="0" wrap="square"/>
          <a:p/>
        </p:txBody>
      </p:sp>
      <p:sp>
        <p:nvSpPr>
          <p:cNvPr id="1048637" name="object 14"/>
          <p:cNvSpPr txBox="1"/>
          <p:nvPr/>
        </p:nvSpPr>
        <p:spPr>
          <a:xfrm>
            <a:off x="752475" y="6486037"/>
            <a:ext cx="1773555" cy="166370"/>
          </a:xfrm>
          <a:prstGeom prst="rect"/>
        </p:spPr>
        <p:txBody>
          <a:bodyPr bIns="0" lIns="0" rIns="0" rtlCol="0" tIns="0" vert="horz" wrap="square">
            <a:spAutoFit/>
          </a:bodyPr>
          <a:p>
            <a:pPr>
              <a:lnSpc>
                <a:spcPts val="1275"/>
              </a:lnSpc>
            </a:pPr>
            <a:r>
              <a:rPr dirty="0" sz="1100" spc="20">
                <a:solidFill>
                  <a:srgbClr val="2D83C3"/>
                </a:solidFill>
                <a:latin typeface="Trebuchet MS"/>
                <a:cs typeface="Trebuchet MS"/>
              </a:rPr>
              <a:t>3/21/202</a:t>
            </a:r>
            <a:r>
              <a:rPr dirty="0" sz="1100" spc="10">
                <a:solidFill>
                  <a:srgbClr val="2D83C3"/>
                </a:solidFill>
                <a:latin typeface="Trebuchet MS"/>
                <a:cs typeface="Trebuchet MS"/>
              </a:rPr>
              <a:t>4</a:t>
            </a:r>
            <a:r>
              <a:rPr dirty="0" sz="1100">
                <a:solidFill>
                  <a:srgbClr val="2D83C3"/>
                </a:solidFill>
                <a:latin typeface="Trebuchet MS"/>
                <a:cs typeface="Trebuchet MS"/>
              </a:rPr>
              <a:t> </a:t>
            </a:r>
            <a:r>
              <a:rPr dirty="0" sz="1100" spc="130">
                <a:solidFill>
                  <a:srgbClr val="2D83C3"/>
                </a:solidFill>
                <a:latin typeface="Trebuchet MS"/>
                <a:cs typeface="Trebuchet MS"/>
              </a:rPr>
              <a:t> </a:t>
            </a:r>
            <a:r>
              <a:rPr b="1" dirty="0" sz="1100" spc="50">
                <a:solidFill>
                  <a:srgbClr val="2D83C3"/>
                </a:solidFill>
                <a:latin typeface="Trebuchet MS"/>
                <a:cs typeface="Trebuchet MS"/>
              </a:rPr>
              <a:t>A</a:t>
            </a:r>
            <a:r>
              <a:rPr b="1" dirty="0" sz="1100" spc="15">
                <a:solidFill>
                  <a:srgbClr val="2D83C3"/>
                </a:solidFill>
                <a:latin typeface="Trebuchet MS"/>
                <a:cs typeface="Trebuchet MS"/>
              </a:rPr>
              <a:t>nnu</a:t>
            </a:r>
            <a:r>
              <a:rPr b="1" dirty="0" sz="1100" spc="10">
                <a:solidFill>
                  <a:srgbClr val="2D83C3"/>
                </a:solidFill>
                <a:latin typeface="Trebuchet MS"/>
                <a:cs typeface="Trebuchet MS"/>
              </a:rPr>
              <a:t>al</a:t>
            </a:r>
            <a:r>
              <a:rPr b="1" dirty="0" sz="1100" spc="-140">
                <a:solidFill>
                  <a:srgbClr val="2D83C3"/>
                </a:solidFill>
                <a:latin typeface="Trebuchet MS"/>
                <a:cs typeface="Trebuchet MS"/>
              </a:rPr>
              <a:t> </a:t>
            </a:r>
            <a:r>
              <a:rPr b="1" dirty="0" sz="1100">
                <a:solidFill>
                  <a:srgbClr val="2D83C3"/>
                </a:solidFill>
                <a:latin typeface="Trebuchet MS"/>
                <a:cs typeface="Trebuchet MS"/>
              </a:rPr>
              <a:t>R</a:t>
            </a:r>
            <a:r>
              <a:rPr b="1" dirty="0" sz="1100" spc="35">
                <a:solidFill>
                  <a:srgbClr val="2D83C3"/>
                </a:solidFill>
                <a:latin typeface="Trebuchet MS"/>
                <a:cs typeface="Trebuchet MS"/>
              </a:rPr>
              <a:t>e</a:t>
            </a:r>
            <a:r>
              <a:rPr b="1" dirty="0" sz="1100" spc="90">
                <a:solidFill>
                  <a:srgbClr val="2D83C3"/>
                </a:solidFill>
                <a:latin typeface="Trebuchet MS"/>
                <a:cs typeface="Trebuchet MS"/>
              </a:rPr>
              <a:t>v</a:t>
            </a:r>
            <a:r>
              <a:rPr b="1" dirty="0" sz="1100" spc="-35">
                <a:solidFill>
                  <a:srgbClr val="2D83C3"/>
                </a:solidFill>
                <a:latin typeface="Trebuchet MS"/>
                <a:cs typeface="Trebuchet MS"/>
              </a:rPr>
              <a:t>i</a:t>
            </a:r>
            <a:r>
              <a:rPr b="1" dirty="0" sz="1100" spc="35">
                <a:solidFill>
                  <a:srgbClr val="2D83C3"/>
                </a:solidFill>
                <a:latin typeface="Trebuchet MS"/>
                <a:cs typeface="Trebuchet MS"/>
              </a:rPr>
              <a:t>e</a:t>
            </a:r>
            <a:r>
              <a:rPr b="1" dirty="0" sz="1100" spc="15">
                <a:solidFill>
                  <a:srgbClr val="2D83C3"/>
                </a:solidFill>
                <a:latin typeface="Trebuchet MS"/>
                <a:cs typeface="Trebuchet MS"/>
              </a:rPr>
              <a:t>w</a:t>
            </a:r>
            <a:endParaRPr sz="1100">
              <a:latin typeface="Trebuchet MS"/>
              <a:cs typeface="Trebuchet MS"/>
            </a:endParaRPr>
          </a:p>
        </p:txBody>
      </p:sp>
      <p:sp>
        <p:nvSpPr>
          <p:cNvPr id="1048638" name="object 15"/>
          <p:cNvSpPr/>
          <p:nvPr/>
        </p:nvSpPr>
        <p:spPr>
          <a:xfrm>
            <a:off x="7362825" y="447675"/>
            <a:ext cx="361950" cy="361950"/>
          </a:xfrm>
          <a:custGeom>
            <a:avLst/>
            <a:ahLst/>
            <a:rect l="l" t="t" r="r" b="b"/>
            <a:pathLst>
              <a:path w="361950" h="361950">
                <a:moveTo>
                  <a:pt x="180975" y="0"/>
                </a:moveTo>
                <a:lnTo>
                  <a:pt x="132864" y="6464"/>
                </a:lnTo>
                <a:lnTo>
                  <a:pt x="89633" y="24708"/>
                </a:lnTo>
                <a:lnTo>
                  <a:pt x="53006" y="53006"/>
                </a:lnTo>
                <a:lnTo>
                  <a:pt x="24708" y="89633"/>
                </a:lnTo>
                <a:lnTo>
                  <a:pt x="6464" y="132864"/>
                </a:lnTo>
                <a:lnTo>
                  <a:pt x="0" y="180975"/>
                </a:lnTo>
                <a:lnTo>
                  <a:pt x="6464" y="229085"/>
                </a:lnTo>
                <a:lnTo>
                  <a:pt x="24708" y="272316"/>
                </a:lnTo>
                <a:lnTo>
                  <a:pt x="53006" y="308943"/>
                </a:lnTo>
                <a:lnTo>
                  <a:pt x="89633" y="337241"/>
                </a:lnTo>
                <a:lnTo>
                  <a:pt x="132864" y="355485"/>
                </a:lnTo>
                <a:lnTo>
                  <a:pt x="180975" y="361950"/>
                </a:lnTo>
                <a:lnTo>
                  <a:pt x="229085" y="355485"/>
                </a:lnTo>
                <a:lnTo>
                  <a:pt x="272316" y="337241"/>
                </a:lnTo>
                <a:lnTo>
                  <a:pt x="308943" y="308943"/>
                </a:lnTo>
                <a:lnTo>
                  <a:pt x="337241" y="272316"/>
                </a:lnTo>
                <a:lnTo>
                  <a:pt x="355485" y="229085"/>
                </a:lnTo>
                <a:lnTo>
                  <a:pt x="361950" y="180975"/>
                </a:lnTo>
                <a:lnTo>
                  <a:pt x="355485" y="132864"/>
                </a:lnTo>
                <a:lnTo>
                  <a:pt x="337241" y="89633"/>
                </a:lnTo>
                <a:lnTo>
                  <a:pt x="308943" y="53006"/>
                </a:lnTo>
                <a:lnTo>
                  <a:pt x="272316" y="24708"/>
                </a:lnTo>
                <a:lnTo>
                  <a:pt x="229085" y="6464"/>
                </a:lnTo>
                <a:lnTo>
                  <a:pt x="180975" y="0"/>
                </a:lnTo>
                <a:close/>
              </a:path>
            </a:pathLst>
          </a:custGeom>
          <a:solidFill>
            <a:srgbClr val="EBEBEB"/>
          </a:solidFill>
        </p:spPr>
        <p:txBody>
          <a:bodyPr bIns="0" lIns="0" rIns="0" rtlCol="0" tIns="0" wrap="square"/>
          <a:p/>
        </p:txBody>
      </p:sp>
      <p:sp>
        <p:nvSpPr>
          <p:cNvPr id="1048639" name="object 16"/>
          <p:cNvSpPr/>
          <p:nvPr/>
        </p:nvSpPr>
        <p:spPr>
          <a:xfrm>
            <a:off x="11010900" y="5610225"/>
            <a:ext cx="647700" cy="647700"/>
          </a:xfrm>
          <a:custGeom>
            <a:avLst/>
            <a:ahLst/>
            <a:rect l="l" t="t" r="r" b="b"/>
            <a:pathLst>
              <a:path w="647700" h="647700">
                <a:moveTo>
                  <a:pt x="323850" y="0"/>
                </a:moveTo>
                <a:lnTo>
                  <a:pt x="276003" y="3511"/>
                </a:lnTo>
                <a:lnTo>
                  <a:pt x="230332" y="13711"/>
                </a:lnTo>
                <a:lnTo>
                  <a:pt x="187340" y="30099"/>
                </a:lnTo>
                <a:lnTo>
                  <a:pt x="147528" y="52175"/>
                </a:lnTo>
                <a:lnTo>
                  <a:pt x="111397" y="79436"/>
                </a:lnTo>
                <a:lnTo>
                  <a:pt x="79448" y="111381"/>
                </a:lnTo>
                <a:lnTo>
                  <a:pt x="52184" y="147511"/>
                </a:lnTo>
                <a:lnTo>
                  <a:pt x="30106" y="187324"/>
                </a:lnTo>
                <a:lnTo>
                  <a:pt x="13714" y="230319"/>
                </a:lnTo>
                <a:lnTo>
                  <a:pt x="3512" y="275994"/>
                </a:lnTo>
                <a:lnTo>
                  <a:pt x="0" y="323850"/>
                </a:lnTo>
                <a:lnTo>
                  <a:pt x="3512" y="371705"/>
                </a:lnTo>
                <a:lnTo>
                  <a:pt x="13714" y="417380"/>
                </a:lnTo>
                <a:lnTo>
                  <a:pt x="30106" y="460375"/>
                </a:lnTo>
                <a:lnTo>
                  <a:pt x="52184" y="500188"/>
                </a:lnTo>
                <a:lnTo>
                  <a:pt x="79448" y="536318"/>
                </a:lnTo>
                <a:lnTo>
                  <a:pt x="111397" y="568263"/>
                </a:lnTo>
                <a:lnTo>
                  <a:pt x="147528" y="595524"/>
                </a:lnTo>
                <a:lnTo>
                  <a:pt x="187340" y="617600"/>
                </a:lnTo>
                <a:lnTo>
                  <a:pt x="230332" y="633988"/>
                </a:lnTo>
                <a:lnTo>
                  <a:pt x="276003" y="644188"/>
                </a:lnTo>
                <a:lnTo>
                  <a:pt x="323850" y="647700"/>
                </a:lnTo>
                <a:lnTo>
                  <a:pt x="371696" y="644188"/>
                </a:lnTo>
                <a:lnTo>
                  <a:pt x="417367" y="633988"/>
                </a:lnTo>
                <a:lnTo>
                  <a:pt x="460359" y="617600"/>
                </a:lnTo>
                <a:lnTo>
                  <a:pt x="500171" y="595524"/>
                </a:lnTo>
                <a:lnTo>
                  <a:pt x="536302" y="568263"/>
                </a:lnTo>
                <a:lnTo>
                  <a:pt x="568251" y="536318"/>
                </a:lnTo>
                <a:lnTo>
                  <a:pt x="595515" y="500188"/>
                </a:lnTo>
                <a:lnTo>
                  <a:pt x="617593" y="460375"/>
                </a:lnTo>
                <a:lnTo>
                  <a:pt x="633985" y="417380"/>
                </a:lnTo>
                <a:lnTo>
                  <a:pt x="644187" y="371705"/>
                </a:lnTo>
                <a:lnTo>
                  <a:pt x="647700" y="323850"/>
                </a:lnTo>
                <a:lnTo>
                  <a:pt x="644187" y="275994"/>
                </a:lnTo>
                <a:lnTo>
                  <a:pt x="633985" y="230319"/>
                </a:lnTo>
                <a:lnTo>
                  <a:pt x="617593" y="187324"/>
                </a:lnTo>
                <a:lnTo>
                  <a:pt x="595515" y="147511"/>
                </a:lnTo>
                <a:lnTo>
                  <a:pt x="568251" y="111381"/>
                </a:lnTo>
                <a:lnTo>
                  <a:pt x="536302" y="79436"/>
                </a:lnTo>
                <a:lnTo>
                  <a:pt x="500171" y="52175"/>
                </a:lnTo>
                <a:lnTo>
                  <a:pt x="460359" y="30099"/>
                </a:lnTo>
                <a:lnTo>
                  <a:pt x="417367" y="13711"/>
                </a:lnTo>
                <a:lnTo>
                  <a:pt x="371696" y="3511"/>
                </a:lnTo>
                <a:lnTo>
                  <a:pt x="323850" y="0"/>
                </a:lnTo>
                <a:close/>
              </a:path>
            </a:pathLst>
          </a:custGeom>
          <a:solidFill>
            <a:srgbClr val="2D83C3"/>
          </a:solidFill>
        </p:spPr>
        <p:txBody>
          <a:bodyPr bIns="0" lIns="0" rIns="0" rtlCol="0" tIns="0" wrap="square"/>
          <a:p/>
        </p:txBody>
      </p:sp>
      <p:pic>
        <p:nvPicPr>
          <p:cNvPr id="2097155" name="object 17"/>
          <p:cNvPicPr>
            <a:picLocks/>
          </p:cNvPicPr>
          <p:nvPr/>
        </p:nvPicPr>
        <p:blipFill>
          <a:blip xmlns:r="http://schemas.openxmlformats.org/officeDocument/2006/relationships" r:embed="rId1" cstate="print"/>
          <a:stretch>
            <a:fillRect/>
          </a:stretch>
        </p:blipFill>
        <p:spPr>
          <a:xfrm>
            <a:off x="10687050" y="6134100"/>
            <a:ext cx="247650" cy="247650"/>
          </a:xfrm>
          <a:prstGeom prst="rect"/>
        </p:spPr>
      </p:pic>
      <p:grpSp>
        <p:nvGrpSpPr>
          <p:cNvPr id="30" name="object 18"/>
          <p:cNvGrpSpPr/>
          <p:nvPr/>
        </p:nvGrpSpPr>
        <p:grpSpPr>
          <a:xfrm>
            <a:off x="47625" y="3819523"/>
            <a:ext cx="4124325" cy="3009900"/>
            <a:chOff x="47625" y="3819523"/>
            <a:chExt cx="4124325" cy="3009900"/>
          </a:xfrm>
        </p:grpSpPr>
        <p:pic>
          <p:nvPicPr>
            <p:cNvPr id="2097156" name="object 19"/>
            <p:cNvPicPr>
              <a:picLocks/>
            </p:cNvPicPr>
            <p:nvPr/>
          </p:nvPicPr>
          <p:blipFill>
            <a:blip xmlns:r="http://schemas.openxmlformats.org/officeDocument/2006/relationships" r:embed="rId2" cstate="print"/>
            <a:stretch>
              <a:fillRect/>
            </a:stretch>
          </p:blipFill>
          <p:spPr>
            <a:xfrm>
              <a:off x="466725" y="6410325"/>
              <a:ext cx="3705225" cy="295275"/>
            </a:xfrm>
            <a:prstGeom prst="rect"/>
          </p:spPr>
        </p:pic>
        <p:pic>
          <p:nvPicPr>
            <p:cNvPr id="2097157" name="object 20"/>
            <p:cNvPicPr>
              <a:picLocks/>
            </p:cNvPicPr>
            <p:nvPr/>
          </p:nvPicPr>
          <p:blipFill>
            <a:blip xmlns:r="http://schemas.openxmlformats.org/officeDocument/2006/relationships" r:embed="rId3" cstate="print"/>
            <a:stretch>
              <a:fillRect/>
            </a:stretch>
          </p:blipFill>
          <p:spPr>
            <a:xfrm>
              <a:off x="47625" y="3819523"/>
              <a:ext cx="1733550" cy="3009898"/>
            </a:xfrm>
            <a:prstGeom prst="rect"/>
          </p:spPr>
        </p:pic>
      </p:grpSp>
      <p:sp>
        <p:nvSpPr>
          <p:cNvPr id="1048640" name="object 21"/>
          <p:cNvSpPr txBox="1">
            <a:spLocks noGrp="1"/>
          </p:cNvSpPr>
          <p:nvPr>
            <p:ph type="title"/>
          </p:nvPr>
        </p:nvSpPr>
        <p:spPr>
          <a:xfrm>
            <a:off x="739775" y="445388"/>
            <a:ext cx="2357120" cy="1461135"/>
          </a:xfrm>
          <a:prstGeom prst="rect"/>
        </p:spPr>
        <p:txBody>
          <a:bodyPr bIns="0" lIns="0" rIns="0" rtlCol="0" tIns="13335" vert="horz" wrap="square">
            <a:spAutoFit/>
          </a:bodyPr>
          <a:p>
            <a:pPr marL="12700">
              <a:lnSpc>
                <a:spcPct val="100000"/>
              </a:lnSpc>
              <a:spcBef>
                <a:spcPts val="105"/>
              </a:spcBef>
            </a:pPr>
            <a:r>
              <a:rPr dirty="0" spc="25"/>
              <a:t>A</a:t>
            </a:r>
            <a:r>
              <a:rPr dirty="0" spc="-5"/>
              <a:t>G</a:t>
            </a:r>
            <a:r>
              <a:rPr dirty="0" spc="-35"/>
              <a:t>E</a:t>
            </a:r>
            <a:r>
              <a:rPr dirty="0" spc="15"/>
              <a:t>N</a:t>
            </a:r>
            <a:r>
              <a:rPr dirty="0"/>
              <a:t>DA</a:t>
            </a:r>
          </a:p>
        </p:txBody>
      </p:sp>
      <p:sp>
        <p:nvSpPr>
          <p:cNvPr id="1048641" name="object 22"/>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3</a:t>
            </a:fld>
            <a:endParaRPr dirty="0" spc="10"/>
          </a:p>
        </p:txBody>
      </p:sp>
      <p:sp>
        <p:nvSpPr>
          <p:cNvPr id="1048642" name="TextBox 22"/>
          <p:cNvSpPr txBox="1"/>
          <p:nvPr/>
        </p:nvSpPr>
        <p:spPr>
          <a:xfrm>
            <a:off x="2509807" y="1041533"/>
            <a:ext cx="5029200" cy="4701540"/>
          </a:xfrm>
          <a:prstGeom prst="rect"/>
          <a:noFill/>
        </p:spPr>
        <p:txBody>
          <a:bodyPr rtlCol="0" wrap="square">
            <a:spAutoFit/>
          </a:bodyPr>
          <a:p>
            <a:pPr algn="l"/>
            <a:endParaRPr b="0" dirty="0" sz="2800" i="0" lang="en-US">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Problem Statement</a:t>
            </a: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Project Overview</a:t>
            </a: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End Users</a:t>
            </a:r>
          </a:p>
          <a:p>
            <a:pPr algn="l">
              <a:buFont typeface="+mj-lt"/>
              <a:buAutoNum type="arabicPeriod"/>
            </a:pPr>
            <a:r>
              <a:rPr dirty="0" sz="2800" lang="en-US">
                <a:solidFill>
                  <a:srgbClr val="0D0D0D"/>
                </a:solidFill>
                <a:latin typeface="Times New Roman" panose="02020603050405020304" pitchFamily="18" charset="0"/>
                <a:cs typeface="Times New Roman" panose="02020603050405020304" pitchFamily="18" charset="0"/>
              </a:rPr>
              <a:t>Tools and Technologies</a:t>
            </a:r>
            <a:endParaRPr b="0" dirty="0" sz="2800" i="0" lang="en-US">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Portfolio design and Layout</a:t>
            </a:r>
          </a:p>
          <a:p>
            <a:pPr algn="l">
              <a:buFont typeface="+mj-lt"/>
              <a:buAutoNum type="arabicPeriod"/>
            </a:pPr>
            <a:r>
              <a:rPr dirty="0" sz="2800" lang="en-US">
                <a:solidFill>
                  <a:srgbClr val="0D0D0D"/>
                </a:solidFill>
                <a:latin typeface="Times New Roman" panose="02020603050405020304" pitchFamily="18" charset="0"/>
                <a:cs typeface="Times New Roman" panose="02020603050405020304" pitchFamily="18" charset="0"/>
              </a:rPr>
              <a:t>Features and Functionality</a:t>
            </a:r>
            <a:endParaRPr b="0" dirty="0" sz="2800" i="0" lang="en-US">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Results and </a:t>
            </a:r>
            <a:r>
              <a:rPr dirty="0" sz="2800" lang="en-US">
                <a:solidFill>
                  <a:srgbClr val="0D0D0D"/>
                </a:solidFill>
                <a:latin typeface="Times New Roman" panose="02020603050405020304" pitchFamily="18" charset="0"/>
                <a:cs typeface="Times New Roman" panose="02020603050405020304" pitchFamily="18" charset="0"/>
              </a:rPr>
              <a:t>Screenshots</a:t>
            </a:r>
            <a:endParaRPr b="0" dirty="0" sz="2800" i="0" lang="en-US">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Conclusion</a:t>
            </a:r>
          </a:p>
          <a:p>
            <a:pPr algn="l">
              <a:buFont typeface="+mj-lt"/>
              <a:buAutoNum type="arabicPeriod"/>
            </a:pPr>
            <a:r>
              <a:rPr dirty="0" sz="2800" lang="en-US" err="1">
                <a:solidFill>
                  <a:srgbClr val="0D0D0D"/>
                </a:solidFill>
                <a:latin typeface="Times New Roman" panose="02020603050405020304" pitchFamily="18" charset="0"/>
                <a:cs typeface="Times New Roman" panose="02020603050405020304" pitchFamily="18" charset="0"/>
              </a:rPr>
              <a:t>Github</a:t>
            </a:r>
            <a:r>
              <a:rPr dirty="0" sz="2800" lang="en-US">
                <a:solidFill>
                  <a:srgbClr val="0D0D0D"/>
                </a:solidFill>
                <a:latin typeface="Times New Roman" panose="02020603050405020304" pitchFamily="18" charset="0"/>
                <a:cs typeface="Times New Roman" panose="02020603050405020304" pitchFamily="18" charset="0"/>
              </a:rPr>
              <a:t> Link</a:t>
            </a:r>
            <a:endParaRPr b="0" dirty="0" sz="2800" i="0" lang="en-US">
              <a:solidFill>
                <a:srgbClr val="0D0D0D"/>
              </a:solidFill>
              <a:effectLst/>
              <a:latin typeface="Times New Roman" panose="02020603050405020304" pitchFamily="18" charset="0"/>
              <a:cs typeface="Times New Roman" panose="02020603050405020304" pitchFamily="18" charset="0"/>
            </a:endParaRPr>
          </a:p>
          <a:p>
            <a:endParaRPr dirty="0" sz="2800" lang="en-IN">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1" name=""/>
        <p:cNvGrpSpPr/>
        <p:nvPr/>
      </p:nvGrpSpPr>
      <p:grpSpPr>
        <a:xfrm>
          <a:off x="0" y="0"/>
          <a:ext cx="0" cy="0"/>
          <a:chOff x="0" y="0"/>
          <a:chExt cx="0" cy="0"/>
        </a:xfrm>
      </p:grpSpPr>
      <p:sp>
        <p:nvSpPr>
          <p:cNvPr id="1048643" name="object 6"/>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pic>
        <p:nvPicPr>
          <p:cNvPr id="2097158" name="object 8"/>
          <p:cNvPicPr>
            <a:picLocks/>
          </p:cNvPicPr>
          <p:nvPr/>
        </p:nvPicPr>
        <p:blipFill>
          <a:blip xmlns:r="http://schemas.openxmlformats.org/officeDocument/2006/relationships" r:embed="rId1" cstate="print"/>
          <a:stretch>
            <a:fillRect/>
          </a:stretch>
        </p:blipFill>
        <p:spPr>
          <a:xfrm>
            <a:off x="676275" y="6467475"/>
            <a:ext cx="2143125" cy="200025"/>
          </a:xfrm>
          <a:prstGeom prst="rect"/>
        </p:spPr>
      </p:pic>
      <p:sp>
        <p:nvSpPr>
          <p:cNvPr id="1048644" name="object 10"/>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4</a:t>
            </a:fld>
            <a:endParaRPr dirty="0" spc="10"/>
          </a:p>
        </p:txBody>
      </p:sp>
      <p:sp>
        <p:nvSpPr>
          <p:cNvPr id="1048645" name=""/>
          <p:cNvSpPr txBox="1"/>
          <p:nvPr/>
        </p:nvSpPr>
        <p:spPr>
          <a:xfrm rot="21254854">
            <a:off x="1433227" y="-3330980"/>
            <a:ext cx="5767692" cy="3025141"/>
          </a:xfrm>
          <a:prstGeom prst="rect"/>
        </p:spPr>
        <p:txBody>
          <a:bodyPr rtlCol="0" wrap="square">
            <a:spAutoFit/>
          </a:bodyPr>
          <a:p>
            <a:r>
              <a:rPr sz="2800" lang="en-IN">
                <a:solidFill>
                  <a:srgbClr val="000000"/>
                </a:solidFill>
              </a:rPr>
              <a:t>A problem statement in a portfolio is a clear and concise description of a challenge or problem that you've addressed through a project or solution. It typically includes:
1. *Problem</a:t>
            </a:r>
            <a:endParaRPr sz="2800" lang="en-IN">
              <a:solidFill>
                <a:srgbClr val="000000"/>
              </a:solidFill>
            </a:endParaRPr>
          </a:p>
        </p:txBody>
      </p:sp>
      <p:sp>
        <p:nvSpPr>
          <p:cNvPr id="1048646" name=""/>
          <p:cNvSpPr txBox="1"/>
          <p:nvPr/>
        </p:nvSpPr>
        <p:spPr>
          <a:xfrm>
            <a:off x="2438399" y="-12815720"/>
            <a:ext cx="4572000" cy="2606040"/>
          </a:xfrm>
          <a:prstGeom prst="rect"/>
        </p:spPr>
        <p:txBody>
          <a:bodyPr rtlCol="0" wrap="square">
            <a:spAutoFit/>
          </a:bodyPr>
          <a:p>
            <a:r>
              <a:rPr sz="2800" lang="en-IN">
                <a:solidFill>
                  <a:srgbClr val="000000"/>
                </a:solidFill>
              </a:rPr>
              <a:t>A problem statement in a portfolio is a clear and concise description of a challenge or finition*: A brief overview of the issue or challenge.</a:t>
            </a:r>
            <a:endParaRPr sz="2800" lang="en-IN">
              <a:solidFill>
                <a:srgbClr val="000000"/>
              </a:solidFill>
            </a:endParaRPr>
          </a:p>
        </p:txBody>
      </p:sp>
      <p:sp>
        <p:nvSpPr>
          <p:cNvPr id="1048647" name=""/>
          <p:cNvSpPr txBox="1"/>
          <p:nvPr/>
        </p:nvSpPr>
        <p:spPr>
          <a:xfrm>
            <a:off x="3809999" y="-9794260"/>
            <a:ext cx="4572000" cy="510540"/>
          </a:xfrm>
          <a:prstGeom prst="rect"/>
        </p:spPr>
        <p:txBody>
          <a:bodyPr rtlCol="0" wrap="square">
            <a:spAutoFit/>
          </a:bodyPr>
          <a:p>
            <a:endParaRPr sz="2800" lang="en-IN">
              <a:solidFill>
                <a:srgbClr val="000000"/>
              </a:solidFill>
            </a:endParaRPr>
          </a:p>
        </p:txBody>
      </p:sp>
      <p:sp>
        <p:nvSpPr>
          <p:cNvPr id="1048648" name=""/>
          <p:cNvSpPr txBox="1"/>
          <p:nvPr/>
        </p:nvSpPr>
        <p:spPr>
          <a:xfrm>
            <a:off x="1259237" y="1127760"/>
            <a:ext cx="4307743" cy="510540"/>
          </a:xfrm>
          <a:prstGeom prst="rect"/>
        </p:spPr>
        <p:txBody>
          <a:bodyPr rtlCol="0" wrap="square">
            <a:spAutoFit/>
          </a:bodyPr>
          <a:lstStyle>
            <a:defPPr>
              <a:defRPr lang="en-US"/>
            </a:defPPr>
            <a:lvl1pPr algn="l" defTabSz="914400" eaLnBrk="1" hangingPunct="1" latinLnBrk="0" marL="0" rtl="0">
              <a:defRPr sz="1800" kern="1200">
                <a:solidFill>
                  <a:srgbClr val="000000"/>
                </a:solidFill>
                <a:latin typeface="+mn-lt"/>
                <a:ea typeface="+mn-ea"/>
                <a:cs typeface="+mn-cs"/>
              </a:defRPr>
            </a:lvl1pPr>
            <a:lvl2pPr algn="l" defTabSz="914400" eaLnBrk="1" hangingPunct="1" latinLnBrk="0" marL="457200" rtl="0">
              <a:defRPr sz="1800" kern="1200">
                <a:solidFill>
                  <a:srgbClr val="000000"/>
                </a:solidFill>
                <a:latin typeface="+mn-lt"/>
                <a:ea typeface="+mn-ea"/>
                <a:cs typeface="+mn-cs"/>
              </a:defRPr>
            </a:lvl2pPr>
            <a:lvl3pPr algn="l" defTabSz="914400" eaLnBrk="1" hangingPunct="1" latinLnBrk="0" marL="914400" rtl="0">
              <a:defRPr sz="1800" kern="1200">
                <a:solidFill>
                  <a:srgbClr val="000000"/>
                </a:solidFill>
                <a:latin typeface="+mn-lt"/>
                <a:ea typeface="+mn-ea"/>
                <a:cs typeface="+mn-cs"/>
              </a:defRPr>
            </a:lvl3pPr>
            <a:lvl4pPr algn="l" defTabSz="914400" eaLnBrk="1" hangingPunct="1" latinLnBrk="0" marL="1371600" rtl="0">
              <a:defRPr sz="1800" kern="1200">
                <a:solidFill>
                  <a:srgbClr val="000000"/>
                </a:solidFill>
                <a:latin typeface="+mn-lt"/>
                <a:ea typeface="+mn-ea"/>
                <a:cs typeface="+mn-cs"/>
              </a:defRPr>
            </a:lvl4pPr>
            <a:lvl5pPr algn="l" defTabSz="914400" eaLnBrk="1" hangingPunct="1" latinLnBrk="0" marL="1828800" rtl="0">
              <a:defRPr sz="1800" kern="1200">
                <a:solidFill>
                  <a:srgbClr val="000000"/>
                </a:solidFill>
                <a:latin typeface="+mn-lt"/>
                <a:ea typeface="+mn-ea"/>
                <a:cs typeface="+mn-cs"/>
              </a:defRPr>
            </a:lvl5pPr>
            <a:lvl6pPr algn="l" defTabSz="914400" eaLnBrk="1" hangingPunct="1" latinLnBrk="0" marL="2286000" rtl="0">
              <a:defRPr sz="1800" kern="1200">
                <a:solidFill>
                  <a:srgbClr val="000000"/>
                </a:solidFill>
                <a:latin typeface="+mn-lt"/>
                <a:ea typeface="+mn-ea"/>
                <a:cs typeface="+mn-cs"/>
              </a:defRPr>
            </a:lvl6pPr>
            <a:lvl7pPr algn="l" defTabSz="914400" eaLnBrk="1" hangingPunct="1" latinLnBrk="0" marL="2743200" rtl="0">
              <a:defRPr sz="1800" kern="1200">
                <a:solidFill>
                  <a:srgbClr val="000000"/>
                </a:solidFill>
                <a:latin typeface="+mn-lt"/>
                <a:ea typeface="+mn-ea"/>
                <a:cs typeface="+mn-cs"/>
              </a:defRPr>
            </a:lvl7pPr>
            <a:lvl8pPr algn="l" defTabSz="914400" eaLnBrk="1" hangingPunct="1" latinLnBrk="0" marL="3200400" rtl="0">
              <a:defRPr sz="1800" kern="1200">
                <a:solidFill>
                  <a:srgbClr val="000000"/>
                </a:solidFill>
                <a:latin typeface="+mn-lt"/>
                <a:ea typeface="+mn-ea"/>
                <a:cs typeface="+mn-cs"/>
              </a:defRPr>
            </a:lvl8pPr>
            <a:lvl9pPr algn="l" defTabSz="914400" eaLnBrk="1" hangingPunct="1" latinLnBrk="0" marL="3657600" rtl="0">
              <a:defRPr sz="1800" kern="1200">
                <a:solidFill>
                  <a:srgbClr val="000000"/>
                </a:solidFill>
                <a:latin typeface="+mn-lt"/>
                <a:ea typeface="+mn-ea"/>
                <a:cs typeface="+mn-cs"/>
              </a:defRPr>
            </a:lvl9pPr>
          </a:lstStyle>
          <a:p>
            <a:r>
              <a:rPr b="1" sz="2800" lang="en-US">
                <a:solidFill>
                  <a:srgbClr val="000000"/>
                </a:solidFill>
              </a:rPr>
              <a:t>P</a:t>
            </a:r>
            <a:r>
              <a:rPr b="1" sz="2800" lang="en-US">
                <a:solidFill>
                  <a:srgbClr val="000000"/>
                </a:solidFill>
              </a:rPr>
              <a:t>R</a:t>
            </a:r>
            <a:r>
              <a:rPr b="1" sz="2800" lang="en-US">
                <a:solidFill>
                  <a:srgbClr val="000000"/>
                </a:solidFill>
              </a:rPr>
              <a:t>O</a:t>
            </a:r>
            <a:r>
              <a:rPr b="1" sz="2800" lang="en-US">
                <a:solidFill>
                  <a:srgbClr val="000000"/>
                </a:solidFill>
              </a:rPr>
              <a:t>BLEM </a:t>
            </a:r>
            <a:r>
              <a:rPr b="1" sz="2800" lang="en-US">
                <a:solidFill>
                  <a:srgbClr val="000000"/>
                </a:solidFill>
              </a:rPr>
              <a:t>S</a:t>
            </a:r>
            <a:r>
              <a:rPr b="1" sz="2800" lang="en-US">
                <a:solidFill>
                  <a:srgbClr val="000000"/>
                </a:solidFill>
              </a:rPr>
              <a:t>T</a:t>
            </a:r>
            <a:r>
              <a:rPr b="1" sz="2800" lang="en-US">
                <a:solidFill>
                  <a:srgbClr val="000000"/>
                </a:solidFill>
              </a:rPr>
              <a:t>A</a:t>
            </a:r>
            <a:r>
              <a:rPr b="1" sz="2800" lang="en-US">
                <a:solidFill>
                  <a:srgbClr val="000000"/>
                </a:solidFill>
              </a:rPr>
              <a:t>T</a:t>
            </a:r>
            <a:r>
              <a:rPr b="1" sz="2800" lang="en-US">
                <a:solidFill>
                  <a:srgbClr val="000000"/>
                </a:solidFill>
              </a:rPr>
              <a:t>EMENT </a:t>
            </a:r>
            <a:endParaRPr b="1" sz="2800" lang="en-IN">
              <a:solidFill>
                <a:srgbClr val="000000"/>
              </a:solidFill>
            </a:endParaRPr>
          </a:p>
        </p:txBody>
      </p:sp>
      <p:sp>
        <p:nvSpPr>
          <p:cNvPr id="1048649" name=""/>
          <p:cNvSpPr txBox="1"/>
          <p:nvPr/>
        </p:nvSpPr>
        <p:spPr>
          <a:xfrm rot="21600000">
            <a:off x="2993817" y="2939598"/>
            <a:ext cx="5790156" cy="2186938"/>
          </a:xfrm>
          <a:prstGeom prst="rect"/>
        </p:spPr>
        <p:txBody>
          <a:bodyPr rtlCol="0" wrap="square">
            <a:spAutoFit/>
          </a:bodyPr>
          <a:lstStyle>
            <a:defPPr>
              <a:defRPr lang="en-US"/>
            </a:defPPr>
            <a:lvl1pPr algn="l" defTabSz="914400" eaLnBrk="1" hangingPunct="1" latinLnBrk="0" marL="0" rtl="0">
              <a:defRPr sz="1800" kern="1200">
                <a:solidFill>
                  <a:srgbClr val="000000"/>
                </a:solidFill>
                <a:latin typeface="+mn-lt"/>
                <a:ea typeface="+mn-ea"/>
                <a:cs typeface="+mn-cs"/>
              </a:defRPr>
            </a:lvl1pPr>
            <a:lvl2pPr algn="l" defTabSz="914400" eaLnBrk="1" hangingPunct="1" latinLnBrk="0" marL="457200" rtl="0">
              <a:defRPr sz="1800" kern="1200">
                <a:solidFill>
                  <a:srgbClr val="000000"/>
                </a:solidFill>
                <a:latin typeface="+mn-lt"/>
                <a:ea typeface="+mn-ea"/>
                <a:cs typeface="+mn-cs"/>
              </a:defRPr>
            </a:lvl2pPr>
            <a:lvl3pPr algn="l" defTabSz="914400" eaLnBrk="1" hangingPunct="1" latinLnBrk="0" marL="914400" rtl="0">
              <a:defRPr sz="1800" kern="1200">
                <a:solidFill>
                  <a:srgbClr val="000000"/>
                </a:solidFill>
                <a:latin typeface="+mn-lt"/>
                <a:ea typeface="+mn-ea"/>
                <a:cs typeface="+mn-cs"/>
              </a:defRPr>
            </a:lvl3pPr>
            <a:lvl4pPr algn="l" defTabSz="914400" eaLnBrk="1" hangingPunct="1" latinLnBrk="0" marL="1371600" rtl="0">
              <a:defRPr sz="1800" kern="1200">
                <a:solidFill>
                  <a:srgbClr val="000000"/>
                </a:solidFill>
                <a:latin typeface="+mn-lt"/>
                <a:ea typeface="+mn-ea"/>
                <a:cs typeface="+mn-cs"/>
              </a:defRPr>
            </a:lvl4pPr>
            <a:lvl5pPr algn="l" defTabSz="914400" eaLnBrk="1" hangingPunct="1" latinLnBrk="0" marL="1828800" rtl="0">
              <a:defRPr sz="1800" kern="1200">
                <a:solidFill>
                  <a:srgbClr val="000000"/>
                </a:solidFill>
                <a:latin typeface="+mn-lt"/>
                <a:ea typeface="+mn-ea"/>
                <a:cs typeface="+mn-cs"/>
              </a:defRPr>
            </a:lvl5pPr>
            <a:lvl6pPr algn="l" defTabSz="914400" eaLnBrk="1" hangingPunct="1" latinLnBrk="0" marL="2286000" rtl="0">
              <a:defRPr sz="1800" kern="1200">
                <a:solidFill>
                  <a:srgbClr val="000000"/>
                </a:solidFill>
                <a:latin typeface="+mn-lt"/>
                <a:ea typeface="+mn-ea"/>
                <a:cs typeface="+mn-cs"/>
              </a:defRPr>
            </a:lvl6pPr>
            <a:lvl7pPr algn="l" defTabSz="914400" eaLnBrk="1" hangingPunct="1" latinLnBrk="0" marL="2743200" rtl="0">
              <a:defRPr sz="1800" kern="1200">
                <a:solidFill>
                  <a:srgbClr val="000000"/>
                </a:solidFill>
                <a:latin typeface="+mn-lt"/>
                <a:ea typeface="+mn-ea"/>
                <a:cs typeface="+mn-cs"/>
              </a:defRPr>
            </a:lvl7pPr>
            <a:lvl8pPr algn="l" defTabSz="914400" eaLnBrk="1" hangingPunct="1" latinLnBrk="0" marL="3200400" rtl="0">
              <a:defRPr sz="1800" kern="1200">
                <a:solidFill>
                  <a:srgbClr val="000000"/>
                </a:solidFill>
                <a:latin typeface="+mn-lt"/>
                <a:ea typeface="+mn-ea"/>
                <a:cs typeface="+mn-cs"/>
              </a:defRPr>
            </a:lvl8pPr>
            <a:lvl9pPr algn="l" defTabSz="914400" eaLnBrk="1" hangingPunct="1" latinLnBrk="0" marL="3657600" rtl="0">
              <a:defRPr sz="1800" kern="1200">
                <a:solidFill>
                  <a:srgbClr val="000000"/>
                </a:solidFill>
                <a:latin typeface="+mn-lt"/>
                <a:ea typeface="+mn-ea"/>
                <a:cs typeface="+mn-cs"/>
              </a:defRPr>
            </a:lvl9pPr>
          </a:lstStyle>
          <a:p>
            <a:r>
              <a:rPr sz="2800" lang="en-IN">
                <a:solidFill>
                  <a:srgbClr val="000000"/>
                </a:solidFill>
                <a:latin typeface="Calibri"/>
              </a:rPr>
              <a:t>A problem statement in a portfolio is a clear and concise description of a challenge or problem that you've addressed through a project or solution. </a:t>
            </a:r>
            <a:endParaRPr sz="2800" lang="en-IN">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32" name=""/>
        <p:cNvGrpSpPr/>
        <p:nvPr/>
      </p:nvGrpSpPr>
      <p:grpSpPr>
        <a:xfrm>
          <a:off x="0" y="0"/>
          <a:ext cx="0" cy="0"/>
          <a:chOff x="0" y="0"/>
          <a:chExt cx="0" cy="0"/>
        </a:xfrm>
      </p:grpSpPr>
      <p:grpSp>
        <p:nvGrpSpPr>
          <p:cNvPr id="33" name="object 2"/>
          <p:cNvGrpSpPr/>
          <p:nvPr/>
        </p:nvGrpSpPr>
        <p:grpSpPr>
          <a:xfrm>
            <a:off x="8658225" y="2647950"/>
            <a:ext cx="3533775" cy="3810000"/>
            <a:chOff x="8658225" y="2647950"/>
            <a:chExt cx="3533775" cy="3810000"/>
          </a:xfrm>
        </p:grpSpPr>
        <p:sp>
          <p:nvSpPr>
            <p:cNvPr id="1048650"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51" name="object 4"/>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59" name="object 5"/>
            <p:cNvPicPr>
              <a:picLocks/>
            </p:cNvPicPr>
            <p:nvPr/>
          </p:nvPicPr>
          <p:blipFill>
            <a:blip xmlns:r="http://schemas.openxmlformats.org/officeDocument/2006/relationships" r:embed="rId1" cstate="print"/>
            <a:stretch>
              <a:fillRect/>
            </a:stretch>
          </p:blipFill>
          <p:spPr>
            <a:xfrm>
              <a:off x="8658225" y="2647950"/>
              <a:ext cx="3533775" cy="3810000"/>
            </a:xfrm>
            <a:prstGeom prst="rect"/>
          </p:spPr>
        </p:pic>
      </p:grpSp>
      <p:sp>
        <p:nvSpPr>
          <p:cNvPr id="1048652" name="object 6"/>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53" name="object 7"/>
          <p:cNvSpPr txBox="1">
            <a:spLocks noGrp="1"/>
          </p:cNvSpPr>
          <p:nvPr>
            <p:ph type="title"/>
          </p:nvPr>
        </p:nvSpPr>
        <p:spPr>
          <a:xfrm>
            <a:off x="739775" y="829627"/>
            <a:ext cx="5263515" cy="638810"/>
          </a:xfrm>
          <a:prstGeom prst="rect"/>
        </p:spPr>
        <p:txBody>
          <a:bodyPr bIns="0" lIns="0" rIns="0" rtlCol="0" tIns="16510" vert="horz" wrap="square">
            <a:spAutoFit/>
          </a:bodyPr>
          <a:p>
            <a:pPr marL="12700">
              <a:lnSpc>
                <a:spcPct val="100000"/>
              </a:lnSpc>
              <a:spcBef>
                <a:spcPts val="130"/>
              </a:spcBef>
              <a:tabLst>
                <a:tab algn="l" pos="2642870"/>
              </a:tabLst>
            </a:pPr>
            <a:r>
              <a:rPr dirty="0" sz="4250" spc="5"/>
              <a:t>PROJECT	</a:t>
            </a:r>
            <a:r>
              <a:rPr dirty="0" sz="4250" spc="-20"/>
              <a:t>OVERVIEW</a:t>
            </a:r>
            <a:endParaRPr sz="4250"/>
          </a:p>
        </p:txBody>
      </p:sp>
      <p:pic>
        <p:nvPicPr>
          <p:cNvPr id="2097160" name="object 8"/>
          <p:cNvPicPr>
            <a:picLocks/>
          </p:cNvPicPr>
          <p:nvPr/>
        </p:nvPicPr>
        <p:blipFill>
          <a:blip xmlns:r="http://schemas.openxmlformats.org/officeDocument/2006/relationships" r:embed="rId2" cstate="print"/>
          <a:stretch>
            <a:fillRect/>
          </a:stretch>
        </p:blipFill>
        <p:spPr>
          <a:xfrm>
            <a:off x="676275" y="6467475"/>
            <a:ext cx="2143125" cy="200025"/>
          </a:xfrm>
          <a:prstGeom prst="rect"/>
        </p:spPr>
      </p:pic>
      <p:sp>
        <p:nvSpPr>
          <p:cNvPr id="1048654" name="object 10"/>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5</a:t>
            </a:fld>
            <a:endParaRPr dirty="0" spc="10"/>
          </a:p>
        </p:txBody>
      </p:sp>
      <p:sp>
        <p:nvSpPr>
          <p:cNvPr id="1048655" name=""/>
          <p:cNvSpPr txBox="1"/>
          <p:nvPr/>
        </p:nvSpPr>
        <p:spPr>
          <a:xfrm>
            <a:off x="1226126" y="1965960"/>
            <a:ext cx="7737723" cy="3025140"/>
          </a:xfrm>
          <a:prstGeom prst="rect"/>
        </p:spPr>
        <p:txBody>
          <a:bodyPr rtlCol="0" wrap="square">
            <a:spAutoFit/>
          </a:bodyPr>
          <a:lstStyle>
            <a:defPPr>
              <a:defRPr lang="en-US"/>
            </a:defPPr>
            <a:lvl1pPr algn="l" defTabSz="914400" eaLnBrk="1" hangingPunct="1" latinLnBrk="0" marL="0" rtl="0">
              <a:defRPr sz="1800" kern="1200">
                <a:solidFill>
                  <a:srgbClr val="000000"/>
                </a:solidFill>
                <a:latin typeface="+mn-lt"/>
                <a:ea typeface="+mn-ea"/>
                <a:cs typeface="+mn-cs"/>
              </a:defRPr>
            </a:lvl1pPr>
            <a:lvl2pPr algn="l" defTabSz="914400" eaLnBrk="1" hangingPunct="1" latinLnBrk="0" marL="457200" rtl="0">
              <a:defRPr sz="1800" kern="1200">
                <a:solidFill>
                  <a:srgbClr val="000000"/>
                </a:solidFill>
                <a:latin typeface="+mn-lt"/>
                <a:ea typeface="+mn-ea"/>
                <a:cs typeface="+mn-cs"/>
              </a:defRPr>
            </a:lvl2pPr>
            <a:lvl3pPr algn="l" defTabSz="914400" eaLnBrk="1" hangingPunct="1" latinLnBrk="0" marL="914400" rtl="0">
              <a:defRPr sz="1800" kern="1200">
                <a:solidFill>
                  <a:srgbClr val="000000"/>
                </a:solidFill>
                <a:latin typeface="+mn-lt"/>
                <a:ea typeface="+mn-ea"/>
                <a:cs typeface="+mn-cs"/>
              </a:defRPr>
            </a:lvl3pPr>
            <a:lvl4pPr algn="l" defTabSz="914400" eaLnBrk="1" hangingPunct="1" latinLnBrk="0" marL="1371600" rtl="0">
              <a:defRPr sz="1800" kern="1200">
                <a:solidFill>
                  <a:srgbClr val="000000"/>
                </a:solidFill>
                <a:latin typeface="+mn-lt"/>
                <a:ea typeface="+mn-ea"/>
                <a:cs typeface="+mn-cs"/>
              </a:defRPr>
            </a:lvl4pPr>
            <a:lvl5pPr algn="l" defTabSz="914400" eaLnBrk="1" hangingPunct="1" latinLnBrk="0" marL="1828800" rtl="0">
              <a:defRPr sz="1800" kern="1200">
                <a:solidFill>
                  <a:srgbClr val="000000"/>
                </a:solidFill>
                <a:latin typeface="+mn-lt"/>
                <a:ea typeface="+mn-ea"/>
                <a:cs typeface="+mn-cs"/>
              </a:defRPr>
            </a:lvl5pPr>
            <a:lvl6pPr algn="l" defTabSz="914400" eaLnBrk="1" hangingPunct="1" latinLnBrk="0" marL="2286000" rtl="0">
              <a:defRPr sz="1800" kern="1200">
                <a:solidFill>
                  <a:srgbClr val="000000"/>
                </a:solidFill>
                <a:latin typeface="+mn-lt"/>
                <a:ea typeface="+mn-ea"/>
                <a:cs typeface="+mn-cs"/>
              </a:defRPr>
            </a:lvl6pPr>
            <a:lvl7pPr algn="l" defTabSz="914400" eaLnBrk="1" hangingPunct="1" latinLnBrk="0" marL="2743200" rtl="0">
              <a:defRPr sz="1800" kern="1200">
                <a:solidFill>
                  <a:srgbClr val="000000"/>
                </a:solidFill>
                <a:latin typeface="+mn-lt"/>
                <a:ea typeface="+mn-ea"/>
                <a:cs typeface="+mn-cs"/>
              </a:defRPr>
            </a:lvl7pPr>
            <a:lvl8pPr algn="l" defTabSz="914400" eaLnBrk="1" hangingPunct="1" latinLnBrk="0" marL="3200400" rtl="0">
              <a:defRPr sz="1800" kern="1200">
                <a:solidFill>
                  <a:srgbClr val="000000"/>
                </a:solidFill>
                <a:latin typeface="+mn-lt"/>
                <a:ea typeface="+mn-ea"/>
                <a:cs typeface="+mn-cs"/>
              </a:defRPr>
            </a:lvl8pPr>
            <a:lvl9pPr algn="l" defTabSz="914400" eaLnBrk="1" hangingPunct="1" latinLnBrk="0" marL="3657600" rtl="0">
              <a:defRPr sz="1800" kern="1200">
                <a:solidFill>
                  <a:srgbClr val="000000"/>
                </a:solidFill>
                <a:latin typeface="+mn-lt"/>
                <a:ea typeface="+mn-ea"/>
                <a:cs typeface="+mn-cs"/>
              </a:defRPr>
            </a:lvl9pPr>
          </a:lstStyle>
          <a:p>
            <a:r>
              <a:rPr sz="2800" lang="en-IN">
                <a:solidFill>
                  <a:srgbClr val="000000"/>
                </a:solidFill>
                <a:latin typeface="Calibri"/>
              </a:rPr>
              <a:t>
- *Project Name*
- *Project Description*: Briefly describe the project, its goals, and objectives.
- *Your Role*: Specify your role in the project.
- *Key Achievements*: HList relevant tools, software, or platforms.</a:t>
            </a:r>
            <a:endParaRPr sz="2800" lang="en-IN">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34" name=""/>
        <p:cNvGrpSpPr/>
        <p:nvPr/>
      </p:nvGrpSpPr>
      <p:grpSpPr>
        <a:xfrm>
          <a:off x="0" y="0"/>
          <a:ext cx="0" cy="0"/>
          <a:chOff x="0" y="0"/>
          <a:chExt cx="0" cy="0"/>
        </a:xfrm>
      </p:grpSpPr>
      <p:sp>
        <p:nvSpPr>
          <p:cNvPr id="1048656" name="object 2"/>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57" name="object 3"/>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58" name="object 4"/>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sp>
        <p:nvSpPr>
          <p:cNvPr id="1048659" name="object 5"/>
          <p:cNvSpPr txBox="1">
            <a:spLocks noGrp="1"/>
          </p:cNvSpPr>
          <p:nvPr>
            <p:ph type="title"/>
          </p:nvPr>
        </p:nvSpPr>
        <p:spPr>
          <a:xfrm>
            <a:off x="699452" y="891793"/>
            <a:ext cx="5014595" cy="518159"/>
          </a:xfrm>
          <a:prstGeom prst="rect"/>
        </p:spPr>
        <p:txBody>
          <a:bodyPr bIns="0" lIns="0" rIns="0" rtlCol="0" tIns="16510" vert="horz" wrap="square">
            <a:spAutoFit/>
          </a:bodyPr>
          <a:p>
            <a:pPr marL="12700">
              <a:lnSpc>
                <a:spcPct val="100000"/>
              </a:lnSpc>
              <a:spcBef>
                <a:spcPts val="130"/>
              </a:spcBef>
            </a:pPr>
            <a:r>
              <a:rPr dirty="0" sz="3200" spc="25"/>
              <a:t>W</a:t>
            </a:r>
            <a:r>
              <a:rPr dirty="0" sz="3200" spc="-20"/>
              <a:t>H</a:t>
            </a:r>
            <a:r>
              <a:rPr dirty="0" sz="3200" spc="20"/>
              <a:t>O</a:t>
            </a:r>
            <a:r>
              <a:rPr dirty="0" sz="3200" spc="-235"/>
              <a:t> </a:t>
            </a:r>
            <a:r>
              <a:rPr dirty="0" sz="3200" spc="-10"/>
              <a:t>AR</a:t>
            </a:r>
            <a:r>
              <a:rPr dirty="0" sz="3200" spc="15"/>
              <a:t>E</a:t>
            </a:r>
            <a:r>
              <a:rPr dirty="0" sz="3200" spc="-35"/>
              <a:t> </a:t>
            </a:r>
            <a:r>
              <a:rPr dirty="0" sz="3200" spc="-10"/>
              <a:t>T</a:t>
            </a:r>
            <a:r>
              <a:rPr dirty="0" sz="3200" spc="-15"/>
              <a:t>H</a:t>
            </a:r>
            <a:r>
              <a:rPr dirty="0" sz="3200" spc="15"/>
              <a:t>E</a:t>
            </a:r>
            <a:r>
              <a:rPr dirty="0" sz="3200" spc="-35"/>
              <a:t> </a:t>
            </a:r>
            <a:r>
              <a:rPr dirty="0" sz="3200" spc="-20"/>
              <a:t>E</a:t>
            </a:r>
            <a:r>
              <a:rPr dirty="0" sz="3200" spc="30"/>
              <a:t>N</a:t>
            </a:r>
            <a:r>
              <a:rPr dirty="0" sz="3200" spc="15"/>
              <a:t>D</a:t>
            </a:r>
            <a:r>
              <a:rPr dirty="0" sz="3200" spc="-45"/>
              <a:t> </a:t>
            </a:r>
            <a:r>
              <a:rPr dirty="0" sz="3200"/>
              <a:t>U</a:t>
            </a:r>
            <a:r>
              <a:rPr dirty="0" sz="3200" spc="10"/>
              <a:t>S</a:t>
            </a:r>
            <a:r>
              <a:rPr dirty="0" sz="3200" spc="-25"/>
              <a:t>E</a:t>
            </a:r>
            <a:r>
              <a:rPr dirty="0" sz="3200" spc="-10"/>
              <a:t>R</a:t>
            </a:r>
            <a:r>
              <a:rPr dirty="0" sz="3200" spc="5"/>
              <a:t>S?</a:t>
            </a:r>
            <a:endParaRPr sz="3200"/>
          </a:p>
        </p:txBody>
      </p:sp>
      <p:pic>
        <p:nvPicPr>
          <p:cNvPr id="2097161" name="object 6"/>
          <p:cNvPicPr>
            <a:picLocks/>
          </p:cNvPicPr>
          <p:nvPr/>
        </p:nvPicPr>
        <p:blipFill>
          <a:blip xmlns:r="http://schemas.openxmlformats.org/officeDocument/2006/relationships" r:embed="rId1" cstate="print"/>
          <a:stretch>
            <a:fillRect/>
          </a:stretch>
        </p:blipFill>
        <p:spPr>
          <a:xfrm>
            <a:off x="723900" y="6172200"/>
            <a:ext cx="2181225" cy="485775"/>
          </a:xfrm>
          <a:prstGeom prst="rect"/>
        </p:spPr>
      </p:pic>
      <p:sp>
        <p:nvSpPr>
          <p:cNvPr id="1048660" name="object 8"/>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6</a:t>
            </a:fld>
            <a:endParaRPr dirty="0" spc="10"/>
          </a:p>
        </p:txBody>
      </p:sp>
      <p:sp>
        <p:nvSpPr>
          <p:cNvPr id="1048661" name=""/>
          <p:cNvSpPr txBox="1"/>
          <p:nvPr/>
        </p:nvSpPr>
        <p:spPr>
          <a:xfrm rot="12517">
            <a:off x="1030093" y="1454823"/>
            <a:ext cx="9203183" cy="4701540"/>
          </a:xfrm>
          <a:prstGeom prst="rect"/>
        </p:spPr>
        <p:txBody>
          <a:bodyPr rtlCol="0" wrap="square">
            <a:spAutoFit/>
          </a:bodyPr>
          <a:p>
            <a:r>
              <a:rPr sz="2800" lang="en-IN">
                <a:solidFill>
                  <a:srgbClr val="000000"/>
                </a:solidFill>
              </a:rPr>
              <a:t>
1. *Potential Employers*: Hiring managers, recruiters, or industry professionals reviewing your portfolio to assess your skills and experience.
2. *Clients*: Potential clients or business partners evaluating your portfolio to determine if you're a good fit for their projects or needs.
3. *Industry Peers*: Other professionals in your field who may be interested in your work, collaborations, or networking opportunities.</a:t>
            </a:r>
            <a:endParaRPr sz="2800" lang="en-IN">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35" name=""/>
        <p:cNvGrpSpPr/>
        <p:nvPr/>
      </p:nvGrpSpPr>
      <p:grpSpPr>
        <a:xfrm>
          <a:off x="0" y="0"/>
          <a:ext cx="0" cy="0"/>
          <a:chOff x="0" y="0"/>
          <a:chExt cx="0" cy="0"/>
        </a:xfrm>
      </p:grpSpPr>
      <p:pic>
        <p:nvPicPr>
          <p:cNvPr id="2097162" name="object 2"/>
          <p:cNvPicPr>
            <a:picLocks/>
          </p:cNvPicPr>
          <p:nvPr/>
        </p:nvPicPr>
        <p:blipFill>
          <a:blip xmlns:r="http://schemas.openxmlformats.org/officeDocument/2006/relationships" r:embed="rId1" cstate="print"/>
          <a:stretch>
            <a:fillRect/>
          </a:stretch>
        </p:blipFill>
        <p:spPr>
          <a:xfrm>
            <a:off x="0" y="1476375"/>
            <a:ext cx="2695574" cy="3248025"/>
          </a:xfrm>
          <a:prstGeom prst="rect"/>
        </p:spPr>
      </p:pic>
      <p:sp>
        <p:nvSpPr>
          <p:cNvPr id="1048662"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63" name="object 4"/>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64" name="object 5"/>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sp>
        <p:nvSpPr>
          <p:cNvPr id="1048665" name="object 6"/>
          <p:cNvSpPr txBox="1">
            <a:spLocks noGrp="1"/>
          </p:cNvSpPr>
          <p:nvPr>
            <p:ph type="title"/>
          </p:nvPr>
        </p:nvSpPr>
        <p:spPr>
          <a:xfrm>
            <a:off x="558165" y="857885"/>
            <a:ext cx="9763125" cy="546736"/>
          </a:xfrm>
          <a:prstGeom prst="rect"/>
        </p:spPr>
        <p:txBody>
          <a:bodyPr bIns="0" lIns="0" rIns="0" rtlCol="0" tIns="13335" vert="horz" wrap="square">
            <a:spAutoFit/>
          </a:bodyPr>
          <a:p>
            <a:pPr marL="12700">
              <a:lnSpc>
                <a:spcPct val="100000"/>
              </a:lnSpc>
              <a:spcBef>
                <a:spcPts val="105"/>
              </a:spcBef>
            </a:pPr>
            <a:r>
              <a:rPr dirty="0" sz="3600" lang="en-IN" spc="10"/>
              <a:t>TOOLS AND TECHNIQUES</a:t>
            </a:r>
            <a:endParaRPr dirty="0" sz="3600"/>
          </a:p>
        </p:txBody>
      </p:sp>
      <p:pic>
        <p:nvPicPr>
          <p:cNvPr id="2097163" name="object 7"/>
          <p:cNvPicPr>
            <a:picLocks/>
          </p:cNvPicPr>
          <p:nvPr/>
        </p:nvPicPr>
        <p:blipFill>
          <a:blip xmlns:r="http://schemas.openxmlformats.org/officeDocument/2006/relationships" r:embed="rId2" cstate="print"/>
          <a:stretch>
            <a:fillRect/>
          </a:stretch>
        </p:blipFill>
        <p:spPr>
          <a:xfrm>
            <a:off x="676275" y="6467475"/>
            <a:ext cx="2143125" cy="200025"/>
          </a:xfrm>
          <a:prstGeom prst="rect"/>
        </p:spPr>
      </p:pic>
      <p:sp>
        <p:nvSpPr>
          <p:cNvPr id="1048666" name="object 9"/>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7</a:t>
            </a:fld>
            <a:endParaRPr dirty="0" spc="10"/>
          </a:p>
        </p:txBody>
      </p:sp>
      <p:sp>
        <p:nvSpPr>
          <p:cNvPr id="1048667" name=""/>
          <p:cNvSpPr txBox="1"/>
          <p:nvPr/>
        </p:nvSpPr>
        <p:spPr>
          <a:xfrm rot="21566272">
            <a:off x="2892309" y="1712446"/>
            <a:ext cx="8181997" cy="4701540"/>
          </a:xfrm>
          <a:prstGeom prst="rect"/>
        </p:spPr>
        <p:txBody>
          <a:bodyPr rtlCol="0" wrap="square">
            <a:spAutoFit/>
          </a:bodyPr>
          <a:p>
            <a:r>
              <a:rPr sz="2800" lang="en-IN">
                <a:solidFill>
                  <a:srgbClr val="000000"/>
                </a:solidFill>
              </a:rPr>
              <a:t>*Tools and Techniques:*
- Design tools (e.g., Adobe Creative Cloud, Sketch, Figma)
- Development tools (e.g., HTML, CSS, JavaScript, React)
- Project management tools (e.g., Asana, Trello, Jira)
- Version control systems (e.g., Git, GitHub)
- Content creation tools (e.g., photography, videography, writing sof</a:t>
            </a:r>
            <a:r>
              <a:rPr sz="2800" lang="en-US">
                <a:solidFill>
                  <a:srgbClr val="000000"/>
                </a:solidFill>
              </a:rPr>
              <a:t>ware</a:t>
            </a:r>
            <a:r>
              <a:rPr sz="2800" lang="en-US">
                <a:solidFill>
                  <a:srgbClr val="000000"/>
                </a:solidFill>
              </a:rPr>
              <a:t>.</a:t>
            </a:r>
            <a:endParaRPr sz="2800" lang="en-IN">
              <a:solidFill>
                <a:srgbClr val="0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36" name=""/>
        <p:cNvGrpSpPr/>
        <p:nvPr/>
      </p:nvGrpSpPr>
      <p:grpSpPr>
        <a:xfrm>
          <a:off x="0" y="0"/>
          <a:ext cx="0" cy="0"/>
          <a:chOff x="0" y="0"/>
          <a:chExt cx="0" cy="0"/>
        </a:xfrm>
      </p:grpSpPr>
      <p:sp>
        <p:nvSpPr>
          <p:cNvPr id="1048668" name="object 5"/>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64" name="object 6"/>
          <p:cNvPicPr>
            <a:picLocks/>
          </p:cNvPicPr>
          <p:nvPr/>
        </p:nvPicPr>
        <p:blipFill>
          <a:blip xmlns:r="http://schemas.openxmlformats.org/officeDocument/2006/relationships" r:embed="rId1" cstate="print"/>
          <a:stretch>
            <a:fillRect/>
          </a:stretch>
        </p:blipFill>
        <p:spPr>
          <a:xfrm>
            <a:off x="1666875" y="6467475"/>
            <a:ext cx="76200" cy="177800"/>
          </a:xfrm>
          <a:prstGeom prst="rect"/>
        </p:spPr>
      </p:pic>
      <p:sp>
        <p:nvSpPr>
          <p:cNvPr id="1048669" name="object 9"/>
          <p:cNvSpPr txBox="1"/>
          <p:nvPr/>
        </p:nvSpPr>
        <p:spPr>
          <a:xfrm>
            <a:off x="11277218" y="6473337"/>
            <a:ext cx="228600" cy="191770"/>
          </a:xfrm>
          <a:prstGeom prst="rect"/>
        </p:spPr>
        <p:txBody>
          <a:bodyPr bIns="0" lIns="0" rIns="0" rtlCol="0" tIns="6985" vert="horz" wrap="square">
            <a:spAutoFit/>
          </a:bodyPr>
          <a:p>
            <a:pPr marL="38100">
              <a:lnSpc>
                <a:spcPct val="100000"/>
              </a:lnSpc>
              <a:spcBef>
                <a:spcPts val="55"/>
              </a:spcBef>
            </a:pPr>
            <a:fld id="{81D60167-4931-47E6-BA6A-407CBD079E47}" type="slidenum">
              <a:rPr dirty="0" sz="1100" spc="10">
                <a:solidFill>
                  <a:srgbClr val="2D936B"/>
                </a:solidFill>
                <a:latin typeface="Trebuchet MS"/>
                <a:cs typeface="Trebuchet MS"/>
              </a:rPr>
              <a:t>8</a:t>
            </a:fld>
            <a:endParaRPr sz="1100">
              <a:latin typeface="Trebuchet MS"/>
              <a:cs typeface="Trebuchet MS"/>
            </a:endParaRPr>
          </a:p>
        </p:txBody>
      </p:sp>
      <p:sp>
        <p:nvSpPr>
          <p:cNvPr id="1048670" name="object 8"/>
          <p:cNvSpPr txBox="1"/>
          <p:nvPr/>
        </p:nvSpPr>
        <p:spPr>
          <a:xfrm>
            <a:off x="739775" y="291147"/>
            <a:ext cx="8794750" cy="629018"/>
          </a:xfrm>
          <a:prstGeom prst="rect"/>
        </p:spPr>
        <p:txBody>
          <a:bodyPr bIns="0" lIns="0" rIns="0" rtlCol="0" tIns="13335" vert="horz" wrap="square">
            <a:spAutoFit/>
          </a:bodyPr>
          <a:p>
            <a:pPr marL="12700">
              <a:lnSpc>
                <a:spcPct val="100000"/>
              </a:lnSpc>
              <a:spcBef>
                <a:spcPts val="105"/>
              </a:spcBef>
            </a:pPr>
            <a:r>
              <a:rPr b="1" dirty="0" sz="4000" lang="en-IN" spc="15">
                <a:latin typeface="Trebuchet MS"/>
                <a:cs typeface="Trebuchet MS"/>
              </a:rPr>
              <a:t>POTFOLIO DESIGN AND LAYOUT</a:t>
            </a:r>
            <a:endParaRPr dirty="0" sz="4000">
              <a:latin typeface="Trebuchet MS"/>
              <a:cs typeface="Trebuchet MS"/>
            </a:endParaRPr>
          </a:p>
        </p:txBody>
      </p:sp>
      <p:sp>
        <p:nvSpPr>
          <p:cNvPr id="1048671" name="object 3"/>
          <p:cNvSpPr/>
          <p:nvPr/>
        </p:nvSpPr>
        <p:spPr>
          <a:xfrm>
            <a:off x="10058400" y="525141"/>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72" name=""/>
          <p:cNvSpPr txBox="1"/>
          <p:nvPr/>
        </p:nvSpPr>
        <p:spPr>
          <a:xfrm rot="9653">
            <a:off x="1247350" y="933768"/>
            <a:ext cx="9697299" cy="5958841"/>
          </a:xfrm>
          <a:prstGeom prst="rect"/>
        </p:spPr>
        <p:txBody>
          <a:bodyPr rtlCol="0" wrap="square">
            <a:spAutoFit/>
          </a:bodyPr>
          <a:p>
            <a:r>
              <a:rPr sz="2800" lang="en-IN">
                <a:solidFill>
                  <a:srgbClr val="000000"/>
                </a:solidFill>
              </a:rPr>
              <a:t>
1. *Clear Navigation*: Easy-to-use menu and links to facilitate browsing.
2. *Consistent Branding*: Uniform typography, colors, and visual identity.
3. *Showcasing Projects*: Grid or list layout to display projects with images, descriptions, and links.
4. *Project Details*: Dedicated pages for each project with images, descriptions, and outcomes.
5. *About Page*: Brief bio, contact information, and relevant links.
6. *Responsive Design*: Adaptable layout for various devices and screen sizes.</a:t>
            </a:r>
            <a:endParaRPr sz="2800" lang="en-IN">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37" name=""/>
        <p:cNvGrpSpPr/>
        <p:nvPr/>
      </p:nvGrpSpPr>
      <p:grpSpPr>
        <a:xfrm>
          <a:off x="0" y="0"/>
          <a:ext cx="0" cy="0"/>
          <a:chOff x="0" y="0"/>
          <a:chExt cx="0" cy="0"/>
        </a:xfrm>
      </p:grpSpPr>
      <p:sp>
        <p:nvSpPr>
          <p:cNvPr id="1048673" name="Title 1"/>
          <p:cNvSpPr>
            <a:spLocks noGrp="1"/>
          </p:cNvSpPr>
          <p:nvPr>
            <p:ph type="title"/>
          </p:nvPr>
        </p:nvSpPr>
        <p:spPr>
          <a:xfrm>
            <a:off x="763179" y="271558"/>
            <a:ext cx="9555927" cy="723901"/>
          </a:xfrm>
        </p:spPr>
        <p:txBody>
          <a:bodyPr/>
          <a:p>
            <a:r>
              <a:rPr dirty="0" lang="en-IN"/>
              <a:t>FEATURES AND FUNCTIONALITY</a:t>
            </a:r>
          </a:p>
        </p:txBody>
      </p:sp>
      <p:sp>
        <p:nvSpPr>
          <p:cNvPr id="1048674" name=""/>
          <p:cNvSpPr txBox="1"/>
          <p:nvPr/>
        </p:nvSpPr>
        <p:spPr>
          <a:xfrm rot="21594858">
            <a:off x="767316" y="1002504"/>
            <a:ext cx="9423768" cy="5539740"/>
          </a:xfrm>
          <a:prstGeom prst="rect"/>
        </p:spPr>
        <p:txBody>
          <a:bodyPr rtlCol="0" wrap="square">
            <a:spAutoFit/>
          </a:bodyPr>
          <a:p>
            <a:r>
              <a:rPr sz="2800" lang="en-IN">
                <a:solidFill>
                  <a:srgbClr val="000000"/>
                </a:solidFill>
              </a:rPr>
              <a:t>
- *Project Showcase*: Displaying projects with images, descriptions, and links.
- *Filtering and Sorting*: Organizing projects by category, date, or other criteria.
- *Responsive Design*: Ensuring the portfolio works well on various devices.
- *Contact Information*: Providing easy ways for visitors to get in touch.
- *Social Media Integration*: Linking to social media profiles.
- *Blog or Updates*: Sharing news, insights, or industry updates.</a:t>
            </a:r>
            <a:endParaRPr sz="2800" lang="en-IN">
              <a:solidFill>
                <a:srgbClr val="00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1048675" name="object 2"/>
          <p:cNvSpPr txBox="1"/>
          <p:nvPr/>
        </p:nvSpPr>
        <p:spPr>
          <a:xfrm>
            <a:off x="752475" y="6486037"/>
            <a:ext cx="1773555" cy="166370"/>
          </a:xfrm>
          <a:prstGeom prst="rect"/>
        </p:spPr>
        <p:txBody>
          <a:bodyPr bIns="0" lIns="0" rIns="0" rtlCol="0" tIns="0" vert="horz" wrap="square">
            <a:spAutoFit/>
          </a:bodyPr>
          <a:p>
            <a:pPr>
              <a:lnSpc>
                <a:spcPts val="1275"/>
              </a:lnSpc>
            </a:pPr>
            <a:r>
              <a:rPr dirty="0" sz="1100" spc="20">
                <a:solidFill>
                  <a:srgbClr val="2D83C3"/>
                </a:solidFill>
                <a:latin typeface="Trebuchet MS"/>
                <a:cs typeface="Trebuchet MS"/>
              </a:rPr>
              <a:t>3/21/202</a:t>
            </a:r>
            <a:r>
              <a:rPr dirty="0" sz="1100" spc="10">
                <a:solidFill>
                  <a:srgbClr val="2D83C3"/>
                </a:solidFill>
                <a:latin typeface="Trebuchet MS"/>
                <a:cs typeface="Trebuchet MS"/>
              </a:rPr>
              <a:t>4</a:t>
            </a:r>
            <a:r>
              <a:rPr dirty="0" sz="1100">
                <a:solidFill>
                  <a:srgbClr val="2D83C3"/>
                </a:solidFill>
                <a:latin typeface="Trebuchet MS"/>
                <a:cs typeface="Trebuchet MS"/>
              </a:rPr>
              <a:t> </a:t>
            </a:r>
            <a:r>
              <a:rPr dirty="0" sz="1100" spc="130">
                <a:solidFill>
                  <a:srgbClr val="2D83C3"/>
                </a:solidFill>
                <a:latin typeface="Trebuchet MS"/>
                <a:cs typeface="Trebuchet MS"/>
              </a:rPr>
              <a:t> </a:t>
            </a:r>
            <a:r>
              <a:rPr b="1" dirty="0" sz="1100" spc="50">
                <a:solidFill>
                  <a:srgbClr val="2D83C3"/>
                </a:solidFill>
                <a:latin typeface="Trebuchet MS"/>
                <a:cs typeface="Trebuchet MS"/>
              </a:rPr>
              <a:t>A</a:t>
            </a:r>
            <a:r>
              <a:rPr b="1" dirty="0" sz="1100" spc="15">
                <a:solidFill>
                  <a:srgbClr val="2D83C3"/>
                </a:solidFill>
                <a:latin typeface="Trebuchet MS"/>
                <a:cs typeface="Trebuchet MS"/>
              </a:rPr>
              <a:t>nnu</a:t>
            </a:r>
            <a:r>
              <a:rPr b="1" dirty="0" sz="1100" spc="10">
                <a:solidFill>
                  <a:srgbClr val="2D83C3"/>
                </a:solidFill>
                <a:latin typeface="Trebuchet MS"/>
                <a:cs typeface="Trebuchet MS"/>
              </a:rPr>
              <a:t>al</a:t>
            </a:r>
            <a:r>
              <a:rPr b="1" dirty="0" sz="1100" spc="-140">
                <a:solidFill>
                  <a:srgbClr val="2D83C3"/>
                </a:solidFill>
                <a:latin typeface="Trebuchet MS"/>
                <a:cs typeface="Trebuchet MS"/>
              </a:rPr>
              <a:t> </a:t>
            </a:r>
            <a:r>
              <a:rPr b="1" dirty="0" sz="1100">
                <a:solidFill>
                  <a:srgbClr val="2D83C3"/>
                </a:solidFill>
                <a:latin typeface="Trebuchet MS"/>
                <a:cs typeface="Trebuchet MS"/>
              </a:rPr>
              <a:t>R</a:t>
            </a:r>
            <a:r>
              <a:rPr b="1" dirty="0" sz="1100" spc="35">
                <a:solidFill>
                  <a:srgbClr val="2D83C3"/>
                </a:solidFill>
                <a:latin typeface="Trebuchet MS"/>
                <a:cs typeface="Trebuchet MS"/>
              </a:rPr>
              <a:t>e</a:t>
            </a:r>
            <a:r>
              <a:rPr b="1" dirty="0" sz="1100" spc="90">
                <a:solidFill>
                  <a:srgbClr val="2D83C3"/>
                </a:solidFill>
                <a:latin typeface="Trebuchet MS"/>
                <a:cs typeface="Trebuchet MS"/>
              </a:rPr>
              <a:t>v</a:t>
            </a:r>
            <a:r>
              <a:rPr b="1" dirty="0" sz="1100" spc="-35">
                <a:solidFill>
                  <a:srgbClr val="2D83C3"/>
                </a:solidFill>
                <a:latin typeface="Trebuchet MS"/>
                <a:cs typeface="Trebuchet MS"/>
              </a:rPr>
              <a:t>i</a:t>
            </a:r>
            <a:r>
              <a:rPr b="1" dirty="0" sz="1100" spc="35">
                <a:solidFill>
                  <a:srgbClr val="2D83C3"/>
                </a:solidFill>
                <a:latin typeface="Trebuchet MS"/>
                <a:cs typeface="Trebuchet MS"/>
              </a:rPr>
              <a:t>e</a:t>
            </a:r>
            <a:r>
              <a:rPr b="1" dirty="0" sz="1100" spc="15">
                <a:solidFill>
                  <a:srgbClr val="2D83C3"/>
                </a:solidFill>
                <a:latin typeface="Trebuchet MS"/>
                <a:cs typeface="Trebuchet MS"/>
              </a:rPr>
              <a:t>w</a:t>
            </a:r>
            <a:endParaRPr sz="1100">
              <a:latin typeface="Trebuchet MS"/>
              <a:cs typeface="Trebuchet MS"/>
            </a:endParaRPr>
          </a:p>
        </p:txBody>
      </p:sp>
      <p:sp>
        <p:nvSpPr>
          <p:cNvPr id="1048676"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77" name="object 4"/>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78" name="object 5"/>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65" name="object 6"/>
          <p:cNvPicPr>
            <a:picLocks/>
          </p:cNvPicPr>
          <p:nvPr/>
        </p:nvPicPr>
        <p:blipFill>
          <a:blip xmlns:r="http://schemas.openxmlformats.org/officeDocument/2006/relationships" r:embed="rId1" cstate="print"/>
          <a:stretch>
            <a:fillRect/>
          </a:stretch>
        </p:blipFill>
        <p:spPr>
          <a:xfrm>
            <a:off x="66675" y="3381373"/>
            <a:ext cx="2466975" cy="3419475"/>
          </a:xfrm>
          <a:prstGeom prst="rect"/>
        </p:spPr>
      </p:pic>
      <p:sp>
        <p:nvSpPr>
          <p:cNvPr id="1048679" name="object 7"/>
          <p:cNvSpPr txBox="1">
            <a:spLocks noGrp="1"/>
          </p:cNvSpPr>
          <p:nvPr>
            <p:ph type="title"/>
          </p:nvPr>
        </p:nvSpPr>
        <p:spPr>
          <a:xfrm>
            <a:off x="1639251" y="654938"/>
            <a:ext cx="8480425" cy="638810"/>
          </a:xfrm>
          <a:prstGeom prst="rect"/>
        </p:spPr>
        <p:txBody>
          <a:bodyPr bIns="0" lIns="0" rIns="0" rtlCol="0" tIns="16510" vert="horz" wrap="square">
            <a:spAutoFit/>
          </a:bodyPr>
          <a:p>
            <a:pPr marL="12700">
              <a:lnSpc>
                <a:spcPct val="100000"/>
              </a:lnSpc>
              <a:spcBef>
                <a:spcPts val="130"/>
              </a:spcBef>
            </a:pPr>
            <a:r>
              <a:rPr dirty="0" sz="4250" lang="en-IN" spc="15"/>
              <a:t>RESULTS AND SCREENSHOTS</a:t>
            </a:r>
            <a:endParaRPr dirty="0" sz="4250"/>
          </a:p>
        </p:txBody>
      </p:sp>
      <p:sp>
        <p:nvSpPr>
          <p:cNvPr id="1048680" name="object 8"/>
          <p:cNvSpPr txBox="1"/>
          <p:nvPr/>
        </p:nvSpPr>
        <p:spPr>
          <a:xfrm>
            <a:off x="11277218" y="6473337"/>
            <a:ext cx="228600" cy="191770"/>
          </a:xfrm>
          <a:prstGeom prst="rect"/>
        </p:spPr>
        <p:txBody>
          <a:bodyPr bIns="0" lIns="0" rIns="0" rtlCol="0" tIns="6985" vert="horz" wrap="square">
            <a:spAutoFit/>
          </a:bodyPr>
          <a:p>
            <a:pPr marL="38100">
              <a:lnSpc>
                <a:spcPct val="100000"/>
              </a:lnSpc>
              <a:spcBef>
                <a:spcPts val="55"/>
              </a:spcBef>
            </a:pPr>
            <a:fld id="{81D60167-4931-47E6-BA6A-407CBD079E47}" type="slidenum">
              <a:rPr dirty="0" sz="1100" spc="10">
                <a:solidFill>
                  <a:srgbClr val="2D936B"/>
                </a:solidFill>
                <a:latin typeface="Trebuchet MS"/>
                <a:cs typeface="Trebuchet MS"/>
              </a:rPr>
              <a:t>10</a:t>
            </a:fld>
            <a:endParaRPr sz="1100">
              <a:latin typeface="Trebuchet MS"/>
              <a:cs typeface="Trebuchet MS"/>
            </a:endParaRPr>
          </a:p>
        </p:txBody>
      </p:sp>
      <p:sp>
        <p:nvSpPr>
          <p:cNvPr id="1048681" name="TextBox 8"/>
          <p:cNvSpPr txBox="1"/>
          <p:nvPr/>
        </p:nvSpPr>
        <p:spPr>
          <a:xfrm>
            <a:off x="1828990" y="1703368"/>
            <a:ext cx="8534018" cy="954107"/>
          </a:xfrm>
          <a:prstGeom prst="rect"/>
          <a:noFill/>
        </p:spPr>
        <p:txBody>
          <a:bodyPr rtlCol="0" wrap="square">
            <a:spAutoFit/>
          </a:bodyPr>
          <a:p>
            <a:pPr algn="l">
              <a:buFont typeface="Arial" panose="020B0604020202020204" pitchFamily="34" charset="0"/>
              <a:buChar char="•"/>
            </a:pPr>
            <a:endParaRPr b="0" dirty="0" sz="2800" i="0" lang="en-US">
              <a:solidFill>
                <a:srgbClr val="0D0D0D"/>
              </a:solidFill>
              <a:effectLst/>
              <a:latin typeface="Times New Roman" panose="02020603050405020304" pitchFamily="18" charset="0"/>
              <a:cs typeface="Times New Roman" panose="02020603050405020304" pitchFamily="18" charset="0"/>
            </a:endParaRPr>
          </a:p>
          <a:p>
            <a:endParaRPr dirty="0" sz="2800" lang="en-IN">
              <a:latin typeface="Times New Roman" panose="02020603050405020304" pitchFamily="18" charset="0"/>
              <a:cs typeface="Times New Roman" panose="02020603050405020304" pitchFamily="18" charset="0"/>
            </a:endParaRPr>
          </a:p>
        </p:txBody>
      </p:sp>
      <p:sp>
        <p:nvSpPr>
          <p:cNvPr id="1048682" name=""/>
          <p:cNvSpPr txBox="1"/>
          <p:nvPr/>
        </p:nvSpPr>
        <p:spPr>
          <a:xfrm rot="21600000">
            <a:off x="2798947" y="2019299"/>
            <a:ext cx="8980141" cy="4282441"/>
          </a:xfrm>
          <a:prstGeom prst="rect"/>
        </p:spPr>
        <p:txBody>
          <a:bodyPr rtlCol="0" wrap="square">
            <a:spAutoFit/>
          </a:bodyPr>
          <a:p>
            <a:r>
              <a:rPr sz="2800" lang="en-IN">
                <a:solidFill>
                  <a:srgbClr val="000000"/>
                </a:solidFill>
              </a:rPr>
              <a:t>
- *Visual Evidence*: Including screenshots, images, or videos to demonstrate project outcomes.
- *Project Results*: Highlighting achievements, metrics, or impact of your work.
- *Before-and-After Comparisons*: Showcasing improvements or transformations.
- *Key Features*: Highlighting specific features or functionalities of your project</a:t>
            </a:r>
            <a:endParaRPr sz="2800" lang="en-IN">
              <a:solidFill>
                <a:srgbClr val="0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sp>
        <p:nvSpPr>
          <p:cNvPr id="1048683"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84" name="object 4"/>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85" name="object 5"/>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66" name="object 6"/>
          <p:cNvPicPr>
            <a:picLocks/>
          </p:cNvPicPr>
          <p:nvPr/>
        </p:nvPicPr>
        <p:blipFill>
          <a:blip xmlns:r="http://schemas.openxmlformats.org/officeDocument/2006/relationships" r:embed="rId1" cstate="print"/>
          <a:stretch>
            <a:fillRect/>
          </a:stretch>
        </p:blipFill>
        <p:spPr>
          <a:xfrm>
            <a:off x="1666875" y="6467475"/>
            <a:ext cx="76200" cy="177800"/>
          </a:xfrm>
          <a:prstGeom prst="rect"/>
        </p:spPr>
      </p:pic>
      <p:sp>
        <p:nvSpPr>
          <p:cNvPr id="1048686" name="object 7"/>
          <p:cNvSpPr txBox="1">
            <a:spLocks noGrp="1"/>
          </p:cNvSpPr>
          <p:nvPr>
            <p:ph type="title"/>
          </p:nvPr>
        </p:nvSpPr>
        <p:spPr>
          <a:xfrm>
            <a:off x="755332" y="385444"/>
            <a:ext cx="5151584" cy="752129"/>
          </a:xfrm>
          <a:prstGeom prst="rect"/>
        </p:spPr>
        <p:txBody>
          <a:bodyPr bIns="0" lIns="0" rIns="0" rtlCol="0" tIns="13335" vert="horz" wrap="square">
            <a:spAutoFit/>
          </a:bodyPr>
          <a:p>
            <a:pPr marL="12700">
              <a:lnSpc>
                <a:spcPct val="100000"/>
              </a:lnSpc>
              <a:spcBef>
                <a:spcPts val="105"/>
              </a:spcBef>
            </a:pPr>
            <a:r>
              <a:rPr dirty="0" lang="en-IN"/>
              <a:t>CONCLUSION</a:t>
            </a:r>
            <a:endParaRPr dirty="0"/>
          </a:p>
        </p:txBody>
      </p:sp>
      <p:sp>
        <p:nvSpPr>
          <p:cNvPr id="1048687" name="object 9"/>
          <p:cNvSpPr txBox="1"/>
          <p:nvPr/>
        </p:nvSpPr>
        <p:spPr>
          <a:xfrm>
            <a:off x="11277218" y="6473337"/>
            <a:ext cx="228600" cy="191770"/>
          </a:xfrm>
          <a:prstGeom prst="rect"/>
        </p:spPr>
        <p:txBody>
          <a:bodyPr bIns="0" lIns="0" rIns="0" rtlCol="0" tIns="6985" vert="horz" wrap="square">
            <a:spAutoFit/>
          </a:bodyPr>
          <a:p>
            <a:pPr marL="38100">
              <a:lnSpc>
                <a:spcPct val="100000"/>
              </a:lnSpc>
              <a:spcBef>
                <a:spcPts val="55"/>
              </a:spcBef>
            </a:pPr>
            <a:fld id="{81D60167-4931-47E6-BA6A-407CBD079E47}" type="slidenum">
              <a:rPr dirty="0" sz="1100" spc="10">
                <a:solidFill>
                  <a:srgbClr val="2D936B"/>
                </a:solidFill>
                <a:latin typeface="Trebuchet MS"/>
                <a:cs typeface="Trebuchet MS"/>
              </a:rPr>
              <a:t>11</a:t>
            </a:fld>
            <a:endParaRPr sz="1100">
              <a:latin typeface="Trebuchet MS"/>
              <a:cs typeface="Trebuchet MS"/>
            </a:endParaRPr>
          </a:p>
        </p:txBody>
      </p:sp>
      <p:sp>
        <p:nvSpPr>
          <p:cNvPr id="1048688" name=""/>
          <p:cNvSpPr txBox="1"/>
          <p:nvPr/>
        </p:nvSpPr>
        <p:spPr>
          <a:xfrm>
            <a:off x="1115698" y="1828902"/>
            <a:ext cx="7251528" cy="4282440"/>
          </a:xfrm>
          <a:prstGeom prst="rect"/>
        </p:spPr>
        <p:txBody>
          <a:bodyPr rtlCol="0" wrap="square">
            <a:spAutoFit/>
          </a:bodyPr>
          <a:p>
            <a:r>
              <a:rPr sz="2800" lang="en-IN">
                <a:solidFill>
                  <a:srgbClr val="000000"/>
                </a:solidFill>
              </a:rPr>
              <a:t>
A well-crafted digital portfolio effectively showcases your skills, experience, and accomplishments, making it easier for potential employers or clients to assess your fit for their needs. By including key elements such as project showcases, results, and screenshots, you can demonstrate your expertise and build credibility.</a:t>
            </a:r>
            <a:endParaRPr sz="2800" lang="en-IN">
              <a:solidFill>
                <a:srgbClr val="000000"/>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Face Mask Detection using Convolutional Neural Network (CNN)  </dc:title>
  <dc:creator>Konduru Narasimha</dc:creator>
  <cp:lastModifiedBy>Nanthini Mohan</cp:lastModifiedBy>
  <dcterms:created xsi:type="dcterms:W3CDTF">2024-03-26T21:07:22Z</dcterms:created>
  <dcterms:modified xsi:type="dcterms:W3CDTF">2025-08-29T04:39:57Z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2024-03-21T00:00:00Z</vt:filetime>
  </property>
  <property fmtid="{D5CDD505-2E9C-101B-9397-08002B2CF9AE}" pid="3" name="LastSaved">
    <vt:filetime>2024-03-29T00:00:00Z</vt:filetime>
  </property>
  <property fmtid="{D5CDD505-2E9C-101B-9397-08002B2CF9AE}" pid="4" name="ICV">
    <vt:lpwstr>fcc786cc90e540a68317adddf30ce081</vt:lpwstr>
  </property>
</Properties>
</file>